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6c91fa0bf04f2c" /><Relationship Type="http://schemas.openxmlformats.org/officeDocument/2006/relationships/extended-properties" Target="/docProps/app.xml" Id="Ra0e098ce5fb34633" /><Relationship Type="http://schemas.openxmlformats.org/officeDocument/2006/relationships/officeDocument" Target="/ppt/presentation.xml" Id="Rb6cb5f66d0d9486c" /></Relationships>
</file>

<file path=ppt/presentation.xml><?xml version="1.0" encoding="utf-8"?>
<p:presentation xmlns:p="http://schemas.openxmlformats.org/presentationml/2006/main">
  <p:sldMasterIdLst>
    <p:sldMasterId xmlns:r="http://schemas.openxmlformats.org/officeDocument/2006/relationships" id="2147483648" r:id="R9bf0e79283a24436"/>
  </p:sldMasterIdLst>
  <p:notesMasterIdLst>
    <p:notesMasterId xmlns:r="http://schemas.openxmlformats.org/officeDocument/2006/relationships" r:id="R1e6a4fbdb2f94983"/>
  </p:notesMasterIdLst>
  <p:sldIdLst>
    <p:sldId xmlns:r="http://schemas.openxmlformats.org/officeDocument/2006/relationships" id="256" r:id="R95122fb82bdc4bc5"/>
    <p:sldId xmlns:r="http://schemas.openxmlformats.org/officeDocument/2006/relationships" id="257" r:id="R61cc644c27bc41b3"/>
    <p:sldId xmlns:r="http://schemas.openxmlformats.org/officeDocument/2006/relationships" id="258" r:id="Rc04429d2792744cc"/>
    <p:sldId xmlns:r="http://schemas.openxmlformats.org/officeDocument/2006/relationships" id="259" r:id="Rc8552630749248b2"/>
    <p:sldId xmlns:r="http://schemas.openxmlformats.org/officeDocument/2006/relationships" id="260" r:id="Rc1e0ca4f6d804cba"/>
    <p:sldId xmlns:r="http://schemas.openxmlformats.org/officeDocument/2006/relationships" id="261" r:id="Re3b9a411a73548e0"/>
    <p:sldId xmlns:r="http://schemas.openxmlformats.org/officeDocument/2006/relationships" id="262" r:id="R302737f1e53f4374"/>
    <p:sldId xmlns:r="http://schemas.openxmlformats.org/officeDocument/2006/relationships" id="263" r:id="Rd623dab73083445f"/>
    <p:sldId xmlns:r="http://schemas.openxmlformats.org/officeDocument/2006/relationships" id="264" r:id="Re348f243f3d34056"/>
    <p:sldId xmlns:r="http://schemas.openxmlformats.org/officeDocument/2006/relationships" id="265" r:id="R00cd83cc7c7a484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15fe2200727439f" /><Relationship Type="http://schemas.openxmlformats.org/officeDocument/2006/relationships/slideMaster" Target="/ppt/slideMasters/slideMaster1.xml" Id="R9bf0e79283a24436" /><Relationship Type="http://schemas.openxmlformats.org/officeDocument/2006/relationships/notesMaster" Target="/ppt/notesMasters/notesMaster1.xml" Id="R1e6a4fbdb2f94983" /><Relationship Type="http://schemas.openxmlformats.org/officeDocument/2006/relationships/presProps" Target="/ppt/presProps.xml" Id="Re4a3f51ed4ab4bc1" /><Relationship Type="http://schemas.openxmlformats.org/officeDocument/2006/relationships/tableStyles" Target="/ppt/tableStyles.xml" Id="Rc2a83fbdb33b433c" /><Relationship Type="http://schemas.openxmlformats.org/officeDocument/2006/relationships/slide" Target="/ppt/slides/slide1.xml" Id="R95122fb82bdc4bc5" /><Relationship Type="http://schemas.openxmlformats.org/officeDocument/2006/relationships/slide" Target="/ppt/slides/slide2.xml" Id="R61cc644c27bc41b3" /><Relationship Type="http://schemas.openxmlformats.org/officeDocument/2006/relationships/slide" Target="/ppt/slides/slide3.xml" Id="Rc04429d2792744cc" /><Relationship Type="http://schemas.openxmlformats.org/officeDocument/2006/relationships/slide" Target="/ppt/slides/slide4.xml" Id="Rc8552630749248b2" /><Relationship Type="http://schemas.openxmlformats.org/officeDocument/2006/relationships/slide" Target="/ppt/slides/slide5.xml" Id="Rc1e0ca4f6d804cba" /><Relationship Type="http://schemas.openxmlformats.org/officeDocument/2006/relationships/slide" Target="/ppt/slides/slide6.xml" Id="Re3b9a411a73548e0" /><Relationship Type="http://schemas.openxmlformats.org/officeDocument/2006/relationships/slide" Target="/ppt/slides/slide7.xml" Id="R302737f1e53f4374" /><Relationship Type="http://schemas.openxmlformats.org/officeDocument/2006/relationships/slide" Target="/ppt/slides/slide8.xml" Id="Rd623dab73083445f" /><Relationship Type="http://schemas.openxmlformats.org/officeDocument/2006/relationships/slide" Target="/ppt/slides/slide9.xml" Id="Re348f243f3d34056" /><Relationship Type="http://schemas.openxmlformats.org/officeDocument/2006/relationships/slide" Target="/ppt/slides/slide10.xml" Id="R00cd83cc7c7a48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4811813e4454f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e4c3fb831c4d33" /><Relationship Type="http://schemas.openxmlformats.org/officeDocument/2006/relationships/notesMaster" Target="/ppt/notesMasters/notesMaster1.xml" Id="R4e67c45cc710447b"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1a14dee7874546" /><Relationship Type="http://schemas.openxmlformats.org/officeDocument/2006/relationships/notesMaster" Target="/ppt/notesMasters/notesMaster1.xml" Id="R538c65eb24dd44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dea73750ad4a88" /><Relationship Type="http://schemas.openxmlformats.org/officeDocument/2006/relationships/notesMaster" Target="/ppt/notesMasters/notesMaster1.xml" Id="R7df138ef13de45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82b49dea9d44779" /><Relationship Type="http://schemas.openxmlformats.org/officeDocument/2006/relationships/notesMaster" Target="/ppt/notesMasters/notesMaster1.xml" Id="Re4b546aea7324a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3188ec958104903" /><Relationship Type="http://schemas.openxmlformats.org/officeDocument/2006/relationships/notesMaster" Target="/ppt/notesMasters/notesMaster1.xml" Id="R357f8681641f47f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508d7cd49224232" /><Relationship Type="http://schemas.openxmlformats.org/officeDocument/2006/relationships/notesMaster" Target="/ppt/notesMasters/notesMaster1.xml" Id="R349bd52ea5b14b17" /></Relationships>
</file>

<file path=ppt/notesSlides/_rels/notesSlide7.xml.rels>&#65279;<?xml version="1.0" encoding="utf-8"?><Relationships xmlns="http://schemas.openxmlformats.org/package/2006/relationships"><Relationship Type="http://schemas.openxmlformats.org/officeDocument/2006/relationships/slide" Target="/ppt/slides/slide7.xml" Id="R75392e8842f74557" /><Relationship Type="http://schemas.openxmlformats.org/officeDocument/2006/relationships/notesMaster" Target="/ppt/notesMasters/notesMaster1.xml" Id="R0386c94d0e7f4bcb"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1b56119cbe4142" /><Relationship Type="http://schemas.openxmlformats.org/officeDocument/2006/relationships/notesMaster" Target="/ppt/notesMasters/notesMaster1.xml" Id="R5d8394f47de344b4" /></Relationships>
</file>

<file path=ppt/notesSlides/_rels/notesSlide9.xml.rels>&#65279;<?xml version="1.0" encoding="utf-8"?><Relationships xmlns="http://schemas.openxmlformats.org/package/2006/relationships"><Relationship Type="http://schemas.openxmlformats.org/officeDocument/2006/relationships/slide" Target="/ppt/slides/slide9.xml" Id="R76732ca8ed1d42e0" /><Relationship Type="http://schemas.openxmlformats.org/officeDocument/2006/relationships/notesMaster" Target="/ppt/notesMasters/notesMaster1.xml" Id="R9eaed16fe69745d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4a6329fb5bb4566" /><Relationship Type="http://schemas.openxmlformats.org/officeDocument/2006/relationships/notesMaster" Target="/ppt/notesMasters/notesMaster1.xml" Id="R0bc34a5c6fb74d3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Bell ringer, 2 minutes. Students write silently on a notecard. Take two or three short responses. They may identify bold flat colors, dark outlines, comic lettering, printing dots, or repetition. Use the next slide to reconnect their observations to visible examples. No partner discussion is required.</a:t>
            </a:r>
          </a:p>
          <a:p xmlns:a="http://schemas.openxmlformats.org/drawingml/2006/main">
            <a:r>
              <a:t/>
            </a:r>
          </a:p>
          <a:p xmlns:a="http://schemas.openxmlformats.org/drawingml/2006/main">
            <a:r>
              <a:t>[Sources]</a:t>
            </a:r>
          </a:p>
          <a:p xmlns:a="http://schemas.openxmlformats.org/drawingml/2006/main">
            <a:r>
              <a:t>Teaching sequence and comparison intent: Elisha Lucero, Lesson2RevisedSlides2026LiveTeach.pptx and September 9, 2026 feedback. Student task: Verizon Canvas course 23402, assignment 1183355 / module item 2634022, read September 9, 2026.</a:t>
            </a:r>
          </a:p>
          <a:p xmlns:a="http://schemas.openxmlformats.org/drawingml/2006/main">
            <a:r>
              <a:t>Artwork: Roy Lichtenstein, Whaam!, 1963. Tate, https://www.tate.org.uk/art/artworks/lichtenstein-whaam-t00897 . Main comic source: Irv Novick, DC Comics, 1962. © Estate of Roy Lichtenstein.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1 minute. Point to the examples as you name the choices students recalled. Today we will use a smaller set of materials, lines and circles, to communicate. These are useful choices often associated with Pop Art, not a checklist every historical Pop artwork must satisfy.</a:t>
            </a:r>
          </a:p>
          <a:p xmlns:a="http://schemas.openxmlformats.org/drawingml/2006/main">
            <a:r>
              <a:t/>
            </a:r>
          </a:p>
          <a:p xmlns:a="http://schemas.openxmlformats.org/drawingml/2006/main">
            <a:r>
              <a:t>[Sources]</a:t>
            </a:r>
          </a:p>
          <a:p xmlns:a="http://schemas.openxmlformats.org/drawingml/2006/main">
            <a:r>
              <a:t>Teaching sequence and comparison intent: Elisha Lucero, Lesson2RevisedSlides2026LiveTeach.pptx and September 9, 2026 feedback. Student task: Verizon Canvas course 23402, assignment 1183355 / module item 2634022, read September 9, 2026.</a:t>
            </a:r>
          </a:p>
          <a:p xmlns:a="http://schemas.openxmlformats.org/drawingml/2006/main">
            <a:r>
              <a:t>Warhol: Campbell’s Soup Cans, 1962, MoMA https://www.moma.org/collection/works/79809 . Dots, palette, outline and lettering are original teaching diagrams, not reproductions of historical artworks.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Introduction, 30–45 seconds. Name these five choices. Size affects what attracts attention. Spacing changes the gaps. Repetition repeats a mark. Direction guides where the eye travels. Layering changes what sits in front. Students will see examples next, before choosing their project words. These are quick teacher-led comparisons, not five separate turn-and-talks.</a:t>
            </a:r>
          </a:p>
          <a:p xmlns:a="http://schemas.openxmlformats.org/drawingml/2006/main">
            <a:r>
              <a:t/>
            </a:r>
          </a:p>
          <a:p xmlns:a="http://schemas.openxmlformats.org/drawingml/2006/main">
            <a:r>
              <a:t>[Sources]</a:t>
            </a:r>
          </a:p>
          <a:p xmlns:a="http://schemas.openxmlformats.org/drawingml/2006/main">
            <a:r>
              <a:t>Teaching sequence and comparison intent: Elisha Lucero, Lesson2RevisedSlides2026LiveTeach.pptx and September 9, 2026 feedback. Student task: Verizon Canvas course 23402, assignment 1183355 / module item 2634022, read September 9,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Comparison, 1 minute. Ask students to point to what they noticed first in A and B. Click once to reveal both labels and the explanation. The same color and similar spacing help isolate the size change. In the live demo, also connect thickness and length to the size of a line. Students do not need to memorize the term before seeing the effect.</a:t>
            </a:r>
          </a:p>
          <a:p xmlns:a="http://schemas.openxmlformats.org/drawingml/2006/main">
            <a:r>
              <a:t/>
            </a:r>
          </a:p>
          <a:p xmlns:a="http://schemas.openxmlformats.org/drawingml/2006/main">
            <a:r>
              <a:t>[Sources]</a:t>
            </a:r>
          </a:p>
          <a:p xmlns:a="http://schemas.openxmlformats.org/drawingml/2006/main">
            <a:r>
              <a:t>Teaching sequence and comparison intent: Elisha Lucero, Lesson2RevisedSlides2026LiveTeach.pptx and September 9, 2026 feedback. Student task: Verizon Canvas course 23402, assignment 1183355 / module item 2634022, read September 9,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Comparison, 1 minute. Students vote A or B. Click once for the labels. Ask one student to point to the gaps or rows that led to the choice. Both examples use 24 identical black circles. Spacing and alignment change together here; do not claim spacing is the only difference. Preserve the original organized-versus-chaotic comparison.</a:t>
            </a:r>
          </a:p>
          <a:p xmlns:a="http://schemas.openxmlformats.org/drawingml/2006/main">
            <a:r>
              <a:t/>
            </a:r>
          </a:p>
          <a:p xmlns:a="http://schemas.openxmlformats.org/drawingml/2006/main">
            <a:r>
              <a:t>[Sources]</a:t>
            </a:r>
          </a:p>
          <a:p xmlns:a="http://schemas.openxmlformats.org/drawingml/2006/main">
            <a:r>
              <a:t>Teaching sequence and comparison intent: Elisha Lucero, Lesson2RevisedSlides2026LiveTeach.pptx and September 9, 2026 feedback. Student task: Verizon Canvas course 23402, assignment 1183355 / module item 2634022, read September 9,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Comparison, 2 minutes. Keep both drawings visible together. Students point or vote before the reveal. Click once. Trace a gentle curve and the generous gaps in A. In B, point to the close clusters, straighter lines, changing lengths and shared direction. Together they suggest motion and urgency. Do not label the curved example as a demonstration of movement alone. The expected reading follows the source lesson; if a student reads it differently, ask for a visible clue rather than declaring their feeling wrong.</a:t>
            </a:r>
          </a:p>
          <a:p xmlns:a="http://schemas.openxmlformats.org/drawingml/2006/main">
            <a:r>
              <a:t/>
            </a:r>
          </a:p>
          <a:p xmlns:a="http://schemas.openxmlformats.org/drawingml/2006/main">
            <a:r>
              <a:t>[Sources]</a:t>
            </a:r>
          </a:p>
          <a:p xmlns:a="http://schemas.openxmlformats.org/drawingml/2006/main">
            <a:r>
              <a:t>Teaching sequence and comparison intent: Elisha Lucero, Lesson2RevisedSlides2026LiveTeach.pptx and September 9, 2026 feedback. Student task: Verizon Canvas course 23402, assignment 1183355 / module item 2634022, read September 9,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Comparison, 1 minute. Trace each path with your hand and invite students to trace in the air. Click once to reveal. Repetition forms a pattern or rhythm. Direction comes from the arrangement, even without arrowheads. Connect this to the clustered lines in the preceding example without reducing urgency to direction alone.</a:t>
            </a:r>
          </a:p>
          <a:p xmlns:a="http://schemas.openxmlformats.org/drawingml/2006/main">
            <a:r>
              <a:t/>
            </a:r>
          </a:p>
          <a:p xmlns:a="http://schemas.openxmlformats.org/drawingml/2006/main">
            <a:r>
              <a:t>[Sources]</a:t>
            </a:r>
          </a:p>
          <a:p xmlns:a="http://schemas.openxmlformats.org/drawingml/2006/main">
            <a:r>
              <a:t>Teaching sequence and comparison intent: Elisha Lucero, Lesson2RevisedSlides2026LiveTeach.pptx and September 9, 2026 feedback. Student task: Verizon Canvas course 23402, assignment 1183355 / module item 2634022, read September 9,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Comparison, 1 minute. Ask which circle seems closest in B and have students point to the overlapping edge. Click once to reveal the labels. Layering means front-to-back order. This uses ordinary Canva shapes and Position/Layers; it does not require Combo or compound-shape operations. In the demo, move a circle forward and backward to show the change.</a:t>
            </a:r>
          </a:p>
          <a:p xmlns:a="http://schemas.openxmlformats.org/drawingml/2006/main">
            <a:r>
              <a:t/>
            </a:r>
          </a:p>
          <a:p xmlns:a="http://schemas.openxmlformats.org/drawingml/2006/main">
            <a:r>
              <a:t>[Sources]</a:t>
            </a:r>
          </a:p>
          <a:p xmlns:a="http://schemas.openxmlformats.org/drawingml/2006/main">
            <a:r>
              <a:t>Teaching sequence and comparison intent: Elisha Lucero, Lesson2RevisedSlides2026LiveTeach.pptx and September 9, 2026 feedback. Student task: Verizon Canvas course 23402, assignment 1183355 / module item 2634022, read September 9,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Live demonstration, about 6–8 minutes. Switch to Canva now. Use the facilitator-guide checklist: open through ClassLink and start blank; add a line and adjust its length, angle and weight; duplicate it and change spacing; show a curved-line option or Draw stroke as available; add native circles; resize; change fill and add a border using Stroke style/weight; duplicate and align; overlap circles and change front/back order using Position/Layers; demonstrate Undo. Finish by exporting the two pages as PNG, inserting each into its worksheet box, and showing the existing Canvas submission route. Students watch this short model, then begin both designs with slide 10 left up. Avoid introducing text, photos or stickers as part of the two required graphics.</a:t>
            </a:r>
          </a:p>
          <a:p xmlns:a="http://schemas.openxmlformats.org/drawingml/2006/main">
            <a:r>
              <a:t/>
            </a:r>
          </a:p>
          <a:p xmlns:a="http://schemas.openxmlformats.org/drawingml/2006/main">
            <a:r>
              <a:t>[Sources]</a:t>
            </a:r>
          </a:p>
          <a:p xmlns:a="http://schemas.openxmlformats.org/drawingml/2006/main">
            <a:r>
              <a:t>Teaching sequence and comparison intent: Elisha Lucero, Lesson2RevisedSlides2026LiveTeach.pptx and September 9, 2026 feedback. Student task: Verizon Canvas course 23402, assignment 1183355 / module item 2634022, read September 9, 2026.</a:t>
            </a:r>
          </a:p>
          <a:p xmlns:a="http://schemas.openxmlformats.org/drawingml/2006/main">
            <a:r>
              <a:t>Screenshot: actual Canva editor, Bowie Middle School account, captured September 7, 2026. Reference design DAHUiq9hUJg. The facilitator guide identifies object-dependent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Leave this screen projected for the entire work period. First name the five existing word choices aloud: rapid (fast), relaxed (calm), complicated (many connected parts), organized (clear order), labyrinth (a maze-like network of passages). The word bank is in their Canvas assignment and worksheet. Students choose two different words. Use only lines for one design and only circles for the other. Each design communicates its word without spelling it inside the artwork. Check that students use spacing, size, form or another visible choice intentionally. Both exported PNGs and both reflections belong in the Google/Word worksheet. Submit the Word file or Google Doc link through Lesson 2. Remind students to check the Doc sharing access required by their teacher. The two examples show possibilities, not a template to copy.</a:t>
            </a:r>
          </a:p>
          <a:p xmlns:a="http://schemas.openxmlformats.org/drawingml/2006/main">
            <a:r>
              <a:t/>
            </a:r>
          </a:p>
          <a:p xmlns:a="http://schemas.openxmlformats.org/drawingml/2006/main">
            <a:r>
              <a:t>[Sources]</a:t>
            </a:r>
          </a:p>
          <a:p xmlns:a="http://schemas.openxmlformats.org/drawingml/2006/main">
            <a:r>
              <a:t>Teaching sequence and comparison intent: Elisha Lucero, Lesson2RevisedSlides2026LiveTeach.pptx and September 9, 2026 feedback. Student task: Verizon Canvas course 23402, assignment 1183355 / module item 2634022, read September 9, 2026.</a:t>
            </a:r>
          </a:p>
          <a:p xmlns:a="http://schemas.openxmlformats.org/drawingml/2006/main">
            <a:r>
              <a:t>Canvas banner: real teacher-view assignment screenshot captured September 7, 2026; assignment body and online_upload/online_url routes rechecked September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fecb9dd184b42d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df4572f2e4447a6" /><Relationship Type="http://schemas.openxmlformats.org/officeDocument/2006/relationships/slideLayout" Target="/ppt/slideLayouts/slideLayout1.xml" Id="R96945cd9fffa48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945cd9fffa48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d8bfaa4d20b4bd2" /><Relationship Type="http://schemas.openxmlformats.org/officeDocument/2006/relationships/image" Target="/ppt/media/image.jpeg" Id="R2fbded37be4d4ef6" /><Relationship Type="http://schemas.openxmlformats.org/officeDocument/2006/relationships/notesSlide" Target="/ppt/notesSlides/notesSlide1.xml" Id="R81a352c628de44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6b7eaa06dc342bc" /><Relationship Type="http://schemas.openxmlformats.org/officeDocument/2006/relationships/image" Target="/ppt/media/image.png" Id="R60b7e7b73c2d45a4" /><Relationship Type="http://schemas.openxmlformats.org/officeDocument/2006/relationships/image" Target="/ppt/media/image2.png" Id="Ra692bf9640524360" /><Relationship Type="http://schemas.openxmlformats.org/officeDocument/2006/relationships/image" Target="/ppt/media/image3.png" Id="R724bab0d4d804fea" /><Relationship Type="http://schemas.openxmlformats.org/officeDocument/2006/relationships/image" Target="/ppt/media/image4.png" Id="Rf81a410f74224574" /><Relationship Type="http://schemas.openxmlformats.org/officeDocument/2006/relationships/notesSlide" Target="/ppt/notesSlides/notesSlide2.xml" Id="R5ee87dbab33e4b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c468f710c2a4814" /><Relationship Type="http://schemas.openxmlformats.org/officeDocument/2006/relationships/notesSlide" Target="/ppt/notesSlides/notesSlide3.xml" Id="R87370abbd7364c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d049cd2c9f046d7" /><Relationship Type="http://schemas.openxmlformats.org/officeDocument/2006/relationships/notesSlide" Target="/ppt/notesSlides/notesSlide4.xml" Id="R276b4dba73094f0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d5e8a5445ed432e" /><Relationship Type="http://schemas.openxmlformats.org/officeDocument/2006/relationships/notesSlide" Target="/ppt/notesSlides/notesSlide5.xml" Id="R14a8219d7f2843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464d84175c1477b" /><Relationship Type="http://schemas.openxmlformats.org/officeDocument/2006/relationships/notesSlide" Target="/ppt/notesSlides/notesSlide6.xml" Id="R1bb4edd960c1473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a7d1eaef6634518" /><Relationship Type="http://schemas.openxmlformats.org/officeDocument/2006/relationships/notesSlide" Target="/ppt/notesSlides/notesSlide7.xml" Id="R22334b1396de47c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38ca53ef37f4063" /><Relationship Type="http://schemas.openxmlformats.org/officeDocument/2006/relationships/notesSlide" Target="/ppt/notesSlides/notesSlide8.xml" Id="R6768e8a11a42410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583d078674d497f" /><Relationship Type="http://schemas.openxmlformats.org/officeDocument/2006/relationships/image" Target="/ppt/media/image2.jpeg" Id="Raa314c0f6d31425c" /><Relationship Type="http://schemas.openxmlformats.org/officeDocument/2006/relationships/notesSlide" Target="/ppt/notesSlides/notesSlide9.xml" Id="Rd55df14f82164f9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eabd1493e8949c7" /><Relationship Type="http://schemas.openxmlformats.org/officeDocument/2006/relationships/image" Target="/ppt/media/image5.png" Id="Ra208ba87553e46dc" /><Relationship Type="http://schemas.openxmlformats.org/officeDocument/2006/relationships/notesSlide" Target="/ppt/notesSlides/notesSlide10.xml" Id="R792cee6089bc4a42" /></Relationships>
</file>

<file path=ppt/slides/slide1.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AF7EF"/>
        </a:solidFill>
      </p:bgPr>
    </p:bg>
    <p:spTree>
      <p:nvGrpSpPr>
        <p:cNvPr id="1" name=""/>
        <p:cNvGrpSpPr/>
        <p:nvPr/>
      </p:nvGrpSpPr>
      <p:grpSpPr>
        <a:xfrm/>
      </p:grpSpPr>
      <p:sp>
        <p:nvSpPr>
          <p:cNvPr id="6" name="Pop Art review">
            <a:extLst>
              <a:ext uri="{FF2B5EF4-FFF2-40B4-BE49-F238E27FC236}">
                <ns2:creationId id="{E2B1F296-26BA-45DE-B9A0-97052013FC04}"/>
              </a:ext>
            </a:extLst>
          </p:cNvPr>
          <p:cNvSpPr>
            <a:spLocks noGrp="1"/>
          </p:cNvSpPr>
          <p:nvPr/>
        </p:nvSpPr>
        <p:spPr>
          <a:xfrm>
            <a:off x="609600" y="381000"/>
            <a:ext cx="10953750" cy="952500"/>
          </a:xfrm>
          <a:prstGeom prst="rect">
            <a:avLst/>
          </a:prstGeom>
          <a:noFill/>
          <a:ln w="0">
            <a:noFill/>
          </a:ln>
        </p:spPr>
        <p:txBody>
          <a:bodyPr wrap="square" lIns="0" tIns="0" rIns="0" bIns="0">
            <a:noAutofit/>
          </a:bodyPr>
          <a:lstStyle/>
          <a:p>
            <a:pPr>
              <a:defRPr sz="3900" b="1">
                <a:solidFill>
                  <a:srgbClr val="191919"/>
                </a:solidFill>
                <a:latin typeface="Arial Black"/>
                <a:ea typeface="Arial Black"/>
                <a:cs typeface="Arial Black"/>
              </a:defRPr>
            </a:pPr>
            <a:r>
              <a:rPr sz="3900" b="1">
                <a:solidFill>
                  <a:srgbClr val="191919"/>
                </a:solidFill>
                <a:latin typeface="Arial Black"/>
                <a:ea typeface="Arial Black"/>
                <a:cs typeface="Arial Black"/>
              </a:rPr>
              <a:t>Pop Art review</a:t>
            </a:r>
          </a:p>
        </p:txBody>
      </p:sp>
      <p:sp>
        <p:nvSpPr>
          <p:cNvPr id="2" name="Name two visual features&#10;you remember from Pop Art.">
            <a:extLst>
              <a:ext uri="{FF2B5EF4-FFF2-40B4-BE49-F238E27FC236}">
                <ns2:creationId id="{9F04DCEC-7FD1-4900-9BA7-C2CB6BDE9AFB}"/>
              </a:ext>
            </a:extLst>
          </p:cNvPr>
          <p:cNvSpPr>
            <a:spLocks noGrp="1"/>
          </p:cNvSpPr>
          <p:nvPr/>
        </p:nvSpPr>
        <p:spPr>
          <a:xfrm>
            <a:off x="619125" y="1924050"/>
            <a:ext cx="5095875" cy="1409700"/>
          </a:xfrm>
          <a:prstGeom prst="rect">
            <a:avLst/>
          </a:prstGeom>
          <a:noFill/>
          <a:ln w="0">
            <a:noFill/>
          </a:ln>
        </p:spPr>
        <p:txBody>
          <a:bodyPr wrap="square" lIns="0" tIns="0" rIns="0" bIns="0">
            <a:noAutofit/>
          </a:bodyPr>
          <a:lstStyle/>
          <a:p>
            <a:pPr>
              <a:defRPr sz="2850" b="1">
                <a:solidFill>
                  <a:srgbClr val="191919"/>
                </a:solidFill>
                <a:latin typeface="Arial"/>
                <a:ea typeface="Arial"/>
                <a:cs typeface="Arial"/>
              </a:defRPr>
            </a:pPr>
            <a:r>
              <a:rPr sz="2850" b="1">
                <a:solidFill>
                  <a:srgbClr val="191919"/>
                </a:solidFill>
                <a:latin typeface="Arial"/>
                <a:ea typeface="Arial"/>
                <a:cs typeface="Arial"/>
              </a:rPr>
              <a:t>Name two visual features</a:t>
            </a:r>
          </a:p>
          <a:p>
            <a:pPr>
              <a:defRPr sz="2850" b="1">
                <a:solidFill>
                  <a:srgbClr val="191919"/>
                </a:solidFill>
                <a:latin typeface="Arial"/>
                <a:ea typeface="Arial"/>
                <a:cs typeface="Arial"/>
              </a:defRPr>
            </a:pPr>
            <a:r>
              <a:rPr sz="2850" b="1">
                <a:solidFill>
                  <a:srgbClr val="191919"/>
                </a:solidFill>
                <a:latin typeface="Arial"/>
                <a:ea typeface="Arial"/>
                <a:cs typeface="Arial"/>
              </a:rPr>
              <a:t>you remember from Pop Art.</a:t>
            </a:r>
          </a:p>
        </p:txBody>
      </p:sp>
      <p:sp>
        <p:nvSpPr>
          <p:cNvPr id="3" name="Two Pop Art features are&#10;_____ and _____.">
            <a:extLst>
              <a:ext uri="{FF2B5EF4-FFF2-40B4-BE49-F238E27FC236}">
                <ns2:creationId id="{98025763-5BF0-45E7-A653-DA2FEF920A7C}"/>
              </a:ext>
            </a:extLst>
          </p:cNvPr>
          <p:cNvSpPr>
            <a:spLocks noGrp="1"/>
          </p:cNvSpPr>
          <p:nvPr/>
        </p:nvSpPr>
        <p:spPr>
          <a:xfrm>
            <a:off x="628650" y="3829050"/>
            <a:ext cx="4953000" cy="1181100"/>
          </a:xfrm>
          <a:prstGeom prst="rect">
            <a:avLst/>
          </a:prstGeom>
          <a:noFill/>
          <a:ln w="0">
            <a:noFill/>
          </a:ln>
        </p:spPr>
        <p:txBody>
          <a:bodyPr wrap="square" lIns="0" tIns="0" rIns="0" bIns="0">
            <a:noAutofit/>
          </a:bodyPr>
          <a:lstStyle/>
          <a:p>
            <a:pPr>
              <a:defRPr sz="2250" b="0">
                <a:solidFill>
                  <a:srgbClr val="191919"/>
                </a:solidFill>
                <a:latin typeface="Arial"/>
                <a:ea typeface="Arial"/>
                <a:cs typeface="Arial"/>
              </a:defRPr>
            </a:pPr>
            <a:r>
              <a:rPr sz="2250" b="0">
                <a:solidFill>
                  <a:srgbClr val="191919"/>
                </a:solidFill>
                <a:latin typeface="Arial"/>
                <a:ea typeface="Arial"/>
                <a:cs typeface="Arial"/>
              </a:rPr>
              <a:t>Two Pop Art features are</a:t>
            </a:r>
          </a:p>
          <a:p>
            <a:pPr>
              <a:defRPr sz="2250" b="0">
                <a:solidFill>
                  <a:srgbClr val="191919"/>
                </a:solidFill>
                <a:latin typeface="Arial"/>
                <a:ea typeface="Arial"/>
                <a:cs typeface="Arial"/>
              </a:defRPr>
            </a:pPr>
            <a:r>
              <a:rPr sz="2250" b="0">
                <a:solidFill>
                  <a:srgbClr val="191919"/>
                </a:solidFill>
                <a:latin typeface="Arial"/>
                <a:ea typeface="Arial"/>
                <a:cs typeface="Arial"/>
              </a:rPr>
              <a:t>_____ and _____.</a:t>
            </a:r>
          </a:p>
        </p:txBody>
      </p:sp>
      <p:sp>
        <p:nvSpPr>
          <p:cNvPr id="4" name="Write on your notecard.">
            <a:extLst>
              <a:ext uri="{FF2B5EF4-FFF2-40B4-BE49-F238E27FC236}">
                <ns2:creationId id="{54CCDBD4-ED9C-4651-AB4A-43FC8770F73C}"/>
              </a:ext>
            </a:extLst>
          </p:cNvPr>
          <p:cNvSpPr>
            <a:spLocks noGrp="1"/>
          </p:cNvSpPr>
          <p:nvPr/>
        </p:nvSpPr>
        <p:spPr>
          <a:xfrm>
            <a:off x="628650" y="5753100"/>
            <a:ext cx="4953000" cy="428625"/>
          </a:xfrm>
          <a:prstGeom prst="rect">
            <a:avLst/>
          </a:prstGeom>
          <a:noFill/>
          <a:ln w="0">
            <a:noFill/>
          </a:ln>
        </p:spPr>
        <p:txBody>
          <a:bodyPr wrap="square" lIns="0" tIns="0" rIns="0" bIns="0">
            <a:noAutofit/>
          </a:bodyPr>
          <a:lstStyle/>
          <a:p>
            <a:pPr>
              <a:defRPr sz="2025" b="0">
                <a:solidFill>
                  <a:srgbClr val="191919"/>
                </a:solidFill>
                <a:latin typeface="Arial"/>
                <a:ea typeface="Arial"/>
                <a:cs typeface="Arial"/>
              </a:defRPr>
            </a:pPr>
            <a:r>
              <a:rPr sz="2025" b="0">
                <a:solidFill>
                  <a:srgbClr val="191919"/>
                </a:solidFill>
                <a:latin typeface="Arial"/>
                <a:ea typeface="Arial"/>
                <a:cs typeface="Arial"/>
              </a:rPr>
              <a:t>Write on your notecard.</a:t>
            </a:r>
          </a:p>
        </p:txBody>
      </p:sp>
      <p:pic>
        <p:nvPicPr>
          <p:cNvPr id="10" name="" descr="Roy Lichtenstein’s Whaam!: a comic-style aircraft and explosion, flat colors, heavy black outlines and lettering."/>
          <p:cNvPicPr>
            <a:picLocks noChangeAspect="1"/>
          </p:cNvPicPr>
          <p:nvPr/>
        </p:nvPicPr>
        <p:blipFill>
          <a:blip r:embed="R2fbded37be4d4ef6"/>
          <a:stretch/>
        </p:blipFill>
        <p:spPr>
          <a:xfrm>
            <a:off x="6395085" y="2095500"/>
            <a:ext cx="5135880" cy="3209925"/>
          </a:xfrm>
          <a:prstGeom prst="rect">
            <a:avLst/>
          </a:prstGeom>
        </p:spPr>
      </p:pic>
    </p:spTree>
    <p:extLst>
      <p:ext uri="{BB962C8B-B14F-4D97-AF65-F5344CB8AC3E}">
        <ns4:creationId val="364558776"/>
      </p:ext>
    </p:extLst>
  </p:cSld>
</p:sld>
</file>

<file path=ppt/slides/slide2.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AF7EF"/>
        </a:solidFill>
      </p:bgPr>
    </p:bg>
    <p:spTree>
      <p:nvGrpSpPr>
        <p:cNvPr id="1" name=""/>
        <p:cNvGrpSpPr/>
        <p:nvPr/>
      </p:nvGrpSpPr>
      <p:grpSpPr>
        <a:xfrm/>
      </p:grpSpPr>
      <p:sp>
        <p:nvSpPr>
          <p:cNvPr id="57" name="Pop Art choices">
            <a:extLst>
              <a:ext uri="{FF2B5EF4-FFF2-40B4-BE49-F238E27FC236}">
                <ns2:creationId id="{D112FA21-B691-4DFC-91F2-24E7777BD87E}"/>
              </a:ext>
            </a:extLst>
          </p:cNvPr>
          <p:cNvSpPr>
            <a:spLocks noGrp="1"/>
          </p:cNvSpPr>
          <p:nvPr/>
        </p:nvSpPr>
        <p:spPr>
          <a:xfrm>
            <a:off x="609600" y="381000"/>
            <a:ext cx="10953750" cy="952500"/>
          </a:xfrm>
          <a:prstGeom prst="rect">
            <a:avLst/>
          </a:prstGeom>
          <a:noFill/>
          <a:ln w="0">
            <a:noFill/>
          </a:ln>
        </p:spPr>
        <p:txBody>
          <a:bodyPr wrap="square" lIns="0" tIns="0" rIns="0" bIns="0">
            <a:noAutofit/>
          </a:bodyPr>
          <a:lstStyle/>
          <a:p>
            <a:pPr>
              <a:defRPr sz="3900" b="1">
                <a:solidFill>
                  <a:srgbClr val="191919"/>
                </a:solidFill>
                <a:latin typeface="Arial Black"/>
                <a:ea typeface="Arial Black"/>
                <a:cs typeface="Arial Black"/>
              </a:defRPr>
            </a:pPr>
            <a:r>
              <a:rPr sz="3900" b="1">
                <a:solidFill>
                  <a:srgbClr val="191919"/>
                </a:solidFill>
                <a:latin typeface="Arial Black"/>
                <a:ea typeface="Arial Black"/>
                <a:cs typeface="Arial Black"/>
              </a:rPr>
              <a:t>Pop Art choices</a:t>
            </a:r>
          </a:p>
        </p:txBody>
      </p:sp>
      <p:sp>
        <p:nvSpPr>
          <p:cNvPr id="2" name="shape">
            <a:extLst>
              <a:ext uri="{FF2B5EF4-FFF2-40B4-BE49-F238E27FC236}">
                <ns2:creationId id="{4E49F95D-95C9-433B-B96E-BC6CC467E873}"/>
              </a:ext>
            </a:extLst>
          </p:cNvPr>
          <p:cNvSpPr>
            <a:spLocks noGrp="1"/>
          </p:cNvSpPr>
          <p:nvPr/>
        </p:nvSpPr>
        <p:spPr>
          <a:xfrm>
            <a:off x="619125" y="2124075"/>
            <a:ext cx="1809750" cy="2619375"/>
          </a:xfrm>
          <a:prstGeom prst="rect">
            <a:avLst/>
          </a:prstGeom>
          <a:solidFill>
            <a:srgbClr val="FFFFFF"/>
          </a:solidFill>
          <a:ln w="0">
            <a:noFill/>
          </a:ln>
        </p:spPr>
      </p:sp>
      <p:sp>
        <p:nvSpPr>
          <p:cNvPr id="3" name="shape">
            <a:extLst>
              <a:ext uri="{FF2B5EF4-FFF2-40B4-BE49-F238E27FC236}">
                <ns2:creationId id="{6E46A21B-50BE-4F3C-AD4C-38CBC07FA085}"/>
              </a:ext>
            </a:extLst>
          </p:cNvPr>
          <p:cNvSpPr>
            <a:spLocks noGrp="1"/>
          </p:cNvSpPr>
          <p:nvPr/>
        </p:nvSpPr>
        <p:spPr>
          <a:xfrm>
            <a:off x="2905125" y="2124075"/>
            <a:ext cx="1809750" cy="2619375"/>
          </a:xfrm>
          <a:prstGeom prst="rect">
            <a:avLst/>
          </a:prstGeom>
          <a:solidFill>
            <a:srgbClr val="FFFFFF"/>
          </a:solidFill>
          <a:ln w="0">
            <a:noFill/>
          </a:ln>
        </p:spPr>
      </p:sp>
      <p:sp>
        <p:nvSpPr>
          <p:cNvPr id="4" name="shape">
            <a:extLst>
              <a:ext uri="{FF2B5EF4-FFF2-40B4-BE49-F238E27FC236}">
                <ns2:creationId id="{3B3183FA-7C45-4166-9EDD-5BB37E0A8EC6}"/>
              </a:ext>
            </a:extLst>
          </p:cNvPr>
          <p:cNvSpPr>
            <a:spLocks noGrp="1"/>
          </p:cNvSpPr>
          <p:nvPr/>
        </p:nvSpPr>
        <p:spPr>
          <a:xfrm>
            <a:off x="5191125" y="2124075"/>
            <a:ext cx="1809750" cy="2619375"/>
          </a:xfrm>
          <a:prstGeom prst="rect">
            <a:avLst/>
          </a:prstGeom>
          <a:solidFill>
            <a:srgbClr val="FFFFFF"/>
          </a:solidFill>
          <a:ln w="0">
            <a:noFill/>
          </a:ln>
        </p:spPr>
      </p:sp>
      <p:sp>
        <p:nvSpPr>
          <p:cNvPr id="5" name="shape">
            <a:extLst>
              <a:ext uri="{FF2B5EF4-FFF2-40B4-BE49-F238E27FC236}">
                <ns2:creationId id="{0D20A17E-470C-41CF-9BAA-9904F7BA9961}"/>
              </a:ext>
            </a:extLst>
          </p:cNvPr>
          <p:cNvSpPr>
            <a:spLocks noGrp="1"/>
          </p:cNvSpPr>
          <p:nvPr/>
        </p:nvSpPr>
        <p:spPr>
          <a:xfrm>
            <a:off x="7477125" y="2124075"/>
            <a:ext cx="1809750" cy="2619375"/>
          </a:xfrm>
          <a:prstGeom prst="rect">
            <a:avLst/>
          </a:prstGeom>
          <a:solidFill>
            <a:srgbClr val="FFFFFF"/>
          </a:solidFill>
          <a:ln w="0">
            <a:noFill/>
          </a:ln>
        </p:spPr>
      </p:sp>
      <p:sp>
        <p:nvSpPr>
          <p:cNvPr id="6" name="shape">
            <a:extLst>
              <a:ext uri="{FF2B5EF4-FFF2-40B4-BE49-F238E27FC236}">
                <ns2:creationId id="{E7DDA939-A913-420E-8DF9-55A25FF7CEFA}"/>
              </a:ext>
            </a:extLst>
          </p:cNvPr>
          <p:cNvSpPr>
            <a:spLocks noGrp="1"/>
          </p:cNvSpPr>
          <p:nvPr/>
        </p:nvSpPr>
        <p:spPr>
          <a:xfrm>
            <a:off x="9763125" y="2124075"/>
            <a:ext cx="1809750" cy="2619375"/>
          </a:xfrm>
          <a:prstGeom prst="rect">
            <a:avLst/>
          </a:prstGeom>
          <a:solidFill>
            <a:srgbClr val="FFFFFF"/>
          </a:solidFill>
          <a:ln w="0">
            <a:noFill/>
          </a:ln>
        </p:spPr>
      </p:sp>
      <p:sp>
        <p:nvSpPr>
          <p:cNvPr id="7" name="circle">
            <a:extLst>
              <a:ext uri="{FF2B5EF4-FFF2-40B4-BE49-F238E27FC236}">
                <ns2:creationId id="{74DCD9CA-481A-43C2-B6C2-A29D3A0F9F08}"/>
              </a:ext>
            </a:extLst>
          </p:cNvPr>
          <p:cNvSpPr>
            <a:spLocks noGrp="1"/>
          </p:cNvSpPr>
          <p:nvPr/>
        </p:nvSpPr>
        <p:spPr>
          <a:xfrm>
            <a:off x="800100" y="2438400"/>
            <a:ext cx="114300" cy="114300"/>
          </a:xfrm>
          <a:prstGeom prst="ellipse">
            <a:avLst/>
          </a:prstGeom>
          <a:solidFill>
            <a:srgbClr val="D71A65"/>
          </a:solidFill>
          <a:ln w="0">
            <a:noFill/>
          </a:ln>
        </p:spPr>
      </p:sp>
      <p:sp>
        <p:nvSpPr>
          <p:cNvPr id="8" name="circle">
            <a:extLst>
              <a:ext uri="{FF2B5EF4-FFF2-40B4-BE49-F238E27FC236}">
                <ns2:creationId id="{AC4ACCB7-DF13-485C-8DA4-379B8D5EE90D}"/>
              </a:ext>
            </a:extLst>
          </p:cNvPr>
          <p:cNvSpPr>
            <a:spLocks noGrp="1"/>
          </p:cNvSpPr>
          <p:nvPr/>
        </p:nvSpPr>
        <p:spPr>
          <a:xfrm>
            <a:off x="1047750" y="2438400"/>
            <a:ext cx="114300" cy="114300"/>
          </a:xfrm>
          <a:prstGeom prst="ellipse">
            <a:avLst/>
          </a:prstGeom>
          <a:solidFill>
            <a:srgbClr val="D71A65"/>
          </a:solidFill>
          <a:ln w="0">
            <a:noFill/>
          </a:ln>
        </p:spPr>
      </p:sp>
      <p:sp>
        <p:nvSpPr>
          <p:cNvPr id="9" name="circle">
            <a:extLst>
              <a:ext uri="{FF2B5EF4-FFF2-40B4-BE49-F238E27FC236}">
                <ns2:creationId id="{29506603-B5EB-425B-804B-1F768867C7D3}"/>
              </a:ext>
            </a:extLst>
          </p:cNvPr>
          <p:cNvSpPr>
            <a:spLocks noGrp="1"/>
          </p:cNvSpPr>
          <p:nvPr/>
        </p:nvSpPr>
        <p:spPr>
          <a:xfrm>
            <a:off x="1295400" y="2438400"/>
            <a:ext cx="114300" cy="114300"/>
          </a:xfrm>
          <a:prstGeom prst="ellipse">
            <a:avLst/>
          </a:prstGeom>
          <a:solidFill>
            <a:srgbClr val="D71A65"/>
          </a:solidFill>
          <a:ln w="0">
            <a:noFill/>
          </a:ln>
        </p:spPr>
      </p:sp>
      <p:sp>
        <p:nvSpPr>
          <p:cNvPr id="10" name="circle">
            <a:extLst>
              <a:ext uri="{FF2B5EF4-FFF2-40B4-BE49-F238E27FC236}">
                <ns2:creationId id="{E76FFA85-9C0F-4A49-9879-94A65F9F48BD}"/>
              </a:ext>
            </a:extLst>
          </p:cNvPr>
          <p:cNvSpPr>
            <a:spLocks noGrp="1"/>
          </p:cNvSpPr>
          <p:nvPr/>
        </p:nvSpPr>
        <p:spPr>
          <a:xfrm>
            <a:off x="1543050" y="2438400"/>
            <a:ext cx="114300" cy="114300"/>
          </a:xfrm>
          <a:prstGeom prst="ellipse">
            <a:avLst/>
          </a:prstGeom>
          <a:solidFill>
            <a:srgbClr val="D71A65"/>
          </a:solidFill>
          <a:ln w="0">
            <a:noFill/>
          </a:ln>
        </p:spPr>
      </p:sp>
      <p:sp>
        <p:nvSpPr>
          <p:cNvPr id="11" name="circle">
            <a:extLst>
              <a:ext uri="{FF2B5EF4-FFF2-40B4-BE49-F238E27FC236}">
                <ns2:creationId id="{5259FCD3-F35B-4F29-BFF5-AFED9BB1BADE}"/>
              </a:ext>
            </a:extLst>
          </p:cNvPr>
          <p:cNvSpPr>
            <a:spLocks noGrp="1"/>
          </p:cNvSpPr>
          <p:nvPr/>
        </p:nvSpPr>
        <p:spPr>
          <a:xfrm>
            <a:off x="1790700" y="2438400"/>
            <a:ext cx="114300" cy="114300"/>
          </a:xfrm>
          <a:prstGeom prst="ellipse">
            <a:avLst/>
          </a:prstGeom>
          <a:solidFill>
            <a:srgbClr val="D71A65"/>
          </a:solidFill>
          <a:ln w="0">
            <a:noFill/>
          </a:ln>
        </p:spPr>
      </p:sp>
      <p:sp>
        <p:nvSpPr>
          <p:cNvPr id="12" name="circle">
            <a:extLst>
              <a:ext uri="{FF2B5EF4-FFF2-40B4-BE49-F238E27FC236}">
                <ns2:creationId id="{B0B765DB-824A-432A-BDA7-F2D1E037023C}"/>
              </a:ext>
            </a:extLst>
          </p:cNvPr>
          <p:cNvSpPr>
            <a:spLocks noGrp="1"/>
          </p:cNvSpPr>
          <p:nvPr/>
        </p:nvSpPr>
        <p:spPr>
          <a:xfrm>
            <a:off x="2038350" y="2438400"/>
            <a:ext cx="114300" cy="114300"/>
          </a:xfrm>
          <a:prstGeom prst="ellipse">
            <a:avLst/>
          </a:prstGeom>
          <a:solidFill>
            <a:srgbClr val="D71A65"/>
          </a:solidFill>
          <a:ln w="0">
            <a:noFill/>
          </a:ln>
        </p:spPr>
      </p:sp>
      <p:sp>
        <p:nvSpPr>
          <p:cNvPr id="13" name="circle">
            <a:extLst>
              <a:ext uri="{FF2B5EF4-FFF2-40B4-BE49-F238E27FC236}">
                <ns2:creationId id="{0EDC1BF6-884C-43C7-B0AF-200E78928F80}"/>
              </a:ext>
            </a:extLst>
          </p:cNvPr>
          <p:cNvSpPr>
            <a:spLocks noGrp="1"/>
          </p:cNvSpPr>
          <p:nvPr/>
        </p:nvSpPr>
        <p:spPr>
          <a:xfrm>
            <a:off x="800100" y="2695575"/>
            <a:ext cx="114300" cy="114300"/>
          </a:xfrm>
          <a:prstGeom prst="ellipse">
            <a:avLst/>
          </a:prstGeom>
          <a:solidFill>
            <a:srgbClr val="D71A65"/>
          </a:solidFill>
          <a:ln w="0">
            <a:noFill/>
          </a:ln>
        </p:spPr>
      </p:sp>
      <p:sp>
        <p:nvSpPr>
          <p:cNvPr id="14" name="circle">
            <a:extLst>
              <a:ext uri="{FF2B5EF4-FFF2-40B4-BE49-F238E27FC236}">
                <ns2:creationId id="{6226A817-F182-4A09-ABDF-DC4C3B787784}"/>
              </a:ext>
            </a:extLst>
          </p:cNvPr>
          <p:cNvSpPr>
            <a:spLocks noGrp="1"/>
          </p:cNvSpPr>
          <p:nvPr/>
        </p:nvSpPr>
        <p:spPr>
          <a:xfrm>
            <a:off x="1047750" y="2695575"/>
            <a:ext cx="114300" cy="114300"/>
          </a:xfrm>
          <a:prstGeom prst="ellipse">
            <a:avLst/>
          </a:prstGeom>
          <a:solidFill>
            <a:srgbClr val="D71A65"/>
          </a:solidFill>
          <a:ln w="0">
            <a:noFill/>
          </a:ln>
        </p:spPr>
      </p:sp>
      <p:sp>
        <p:nvSpPr>
          <p:cNvPr id="15" name="circle">
            <a:extLst>
              <a:ext uri="{FF2B5EF4-FFF2-40B4-BE49-F238E27FC236}">
                <ns2:creationId id="{4B7D471A-94D8-487A-9C25-04455DDDEA41}"/>
              </a:ext>
            </a:extLst>
          </p:cNvPr>
          <p:cNvSpPr>
            <a:spLocks noGrp="1"/>
          </p:cNvSpPr>
          <p:nvPr/>
        </p:nvSpPr>
        <p:spPr>
          <a:xfrm>
            <a:off x="1295400" y="2695575"/>
            <a:ext cx="114300" cy="114300"/>
          </a:xfrm>
          <a:prstGeom prst="ellipse">
            <a:avLst/>
          </a:prstGeom>
          <a:solidFill>
            <a:srgbClr val="D71A65"/>
          </a:solidFill>
          <a:ln w="0">
            <a:noFill/>
          </a:ln>
        </p:spPr>
      </p:sp>
      <p:sp>
        <p:nvSpPr>
          <p:cNvPr id="16" name="circle">
            <a:extLst>
              <a:ext uri="{FF2B5EF4-FFF2-40B4-BE49-F238E27FC236}">
                <ns2:creationId id="{42DB4F67-B2DB-4709-9230-786ACC56B064}"/>
              </a:ext>
            </a:extLst>
          </p:cNvPr>
          <p:cNvSpPr>
            <a:spLocks noGrp="1"/>
          </p:cNvSpPr>
          <p:nvPr/>
        </p:nvSpPr>
        <p:spPr>
          <a:xfrm>
            <a:off x="1543050" y="2695575"/>
            <a:ext cx="114300" cy="114300"/>
          </a:xfrm>
          <a:prstGeom prst="ellipse">
            <a:avLst/>
          </a:prstGeom>
          <a:solidFill>
            <a:srgbClr val="D71A65"/>
          </a:solidFill>
          <a:ln w="0">
            <a:noFill/>
          </a:ln>
        </p:spPr>
      </p:sp>
      <p:sp>
        <p:nvSpPr>
          <p:cNvPr id="17" name="circle">
            <a:extLst>
              <a:ext uri="{FF2B5EF4-FFF2-40B4-BE49-F238E27FC236}">
                <ns2:creationId id="{EEB663BD-4A04-4062-B5D7-B1D05447ED7E}"/>
              </a:ext>
            </a:extLst>
          </p:cNvPr>
          <p:cNvSpPr>
            <a:spLocks noGrp="1"/>
          </p:cNvSpPr>
          <p:nvPr/>
        </p:nvSpPr>
        <p:spPr>
          <a:xfrm>
            <a:off x="1790700" y="2695575"/>
            <a:ext cx="114300" cy="114300"/>
          </a:xfrm>
          <a:prstGeom prst="ellipse">
            <a:avLst/>
          </a:prstGeom>
          <a:solidFill>
            <a:srgbClr val="D71A65"/>
          </a:solidFill>
          <a:ln w="0">
            <a:noFill/>
          </a:ln>
        </p:spPr>
      </p:sp>
      <p:sp>
        <p:nvSpPr>
          <p:cNvPr id="18" name="circle">
            <a:extLst>
              <a:ext uri="{FF2B5EF4-FFF2-40B4-BE49-F238E27FC236}">
                <ns2:creationId id="{A596FD41-6672-4AF2-AFD5-766854B13F5E}"/>
              </a:ext>
            </a:extLst>
          </p:cNvPr>
          <p:cNvSpPr>
            <a:spLocks noGrp="1"/>
          </p:cNvSpPr>
          <p:nvPr/>
        </p:nvSpPr>
        <p:spPr>
          <a:xfrm>
            <a:off x="2038350" y="2695575"/>
            <a:ext cx="114300" cy="114300"/>
          </a:xfrm>
          <a:prstGeom prst="ellipse">
            <a:avLst/>
          </a:prstGeom>
          <a:solidFill>
            <a:srgbClr val="D71A65"/>
          </a:solidFill>
          <a:ln w="0">
            <a:noFill/>
          </a:ln>
        </p:spPr>
      </p:sp>
      <p:sp>
        <p:nvSpPr>
          <p:cNvPr id="19" name="circle">
            <a:extLst>
              <a:ext uri="{FF2B5EF4-FFF2-40B4-BE49-F238E27FC236}">
                <ns2:creationId id="{AA2B3E9D-B0A1-4B35-BAA6-8A2130D0AACC}"/>
              </a:ext>
            </a:extLst>
          </p:cNvPr>
          <p:cNvSpPr>
            <a:spLocks noGrp="1"/>
          </p:cNvSpPr>
          <p:nvPr/>
        </p:nvSpPr>
        <p:spPr>
          <a:xfrm>
            <a:off x="800100" y="2952750"/>
            <a:ext cx="114300" cy="114300"/>
          </a:xfrm>
          <a:prstGeom prst="ellipse">
            <a:avLst/>
          </a:prstGeom>
          <a:solidFill>
            <a:srgbClr val="D71A65"/>
          </a:solidFill>
          <a:ln w="0">
            <a:noFill/>
          </a:ln>
        </p:spPr>
      </p:sp>
      <p:sp>
        <p:nvSpPr>
          <p:cNvPr id="20" name="circle">
            <a:extLst>
              <a:ext uri="{FF2B5EF4-FFF2-40B4-BE49-F238E27FC236}">
                <ns2:creationId id="{B68121DF-77F0-4290-BB15-15584E62C614}"/>
              </a:ext>
            </a:extLst>
          </p:cNvPr>
          <p:cNvSpPr>
            <a:spLocks noGrp="1"/>
          </p:cNvSpPr>
          <p:nvPr/>
        </p:nvSpPr>
        <p:spPr>
          <a:xfrm>
            <a:off x="1047750" y="2952750"/>
            <a:ext cx="114300" cy="114300"/>
          </a:xfrm>
          <a:prstGeom prst="ellipse">
            <a:avLst/>
          </a:prstGeom>
          <a:solidFill>
            <a:srgbClr val="D71A65"/>
          </a:solidFill>
          <a:ln w="0">
            <a:noFill/>
          </a:ln>
        </p:spPr>
      </p:sp>
      <p:sp>
        <p:nvSpPr>
          <p:cNvPr id="21" name="circle">
            <a:extLst>
              <a:ext uri="{FF2B5EF4-FFF2-40B4-BE49-F238E27FC236}">
                <ns2:creationId id="{5675BDE2-AAEE-4B1D-BE64-CFAA3CD8A0D9}"/>
              </a:ext>
            </a:extLst>
          </p:cNvPr>
          <p:cNvSpPr>
            <a:spLocks noGrp="1"/>
          </p:cNvSpPr>
          <p:nvPr/>
        </p:nvSpPr>
        <p:spPr>
          <a:xfrm>
            <a:off x="1295400" y="2952750"/>
            <a:ext cx="114300" cy="114300"/>
          </a:xfrm>
          <a:prstGeom prst="ellipse">
            <a:avLst/>
          </a:prstGeom>
          <a:solidFill>
            <a:srgbClr val="D71A65"/>
          </a:solidFill>
          <a:ln w="0">
            <a:noFill/>
          </a:ln>
        </p:spPr>
      </p:sp>
      <p:sp>
        <p:nvSpPr>
          <p:cNvPr id="22" name="circle">
            <a:extLst>
              <a:ext uri="{FF2B5EF4-FFF2-40B4-BE49-F238E27FC236}">
                <ns2:creationId id="{98204B8C-1F7F-4E01-BE18-1097317867FD}"/>
              </a:ext>
            </a:extLst>
          </p:cNvPr>
          <p:cNvSpPr>
            <a:spLocks noGrp="1"/>
          </p:cNvSpPr>
          <p:nvPr/>
        </p:nvSpPr>
        <p:spPr>
          <a:xfrm>
            <a:off x="1543050" y="2952750"/>
            <a:ext cx="114300" cy="114300"/>
          </a:xfrm>
          <a:prstGeom prst="ellipse">
            <a:avLst/>
          </a:prstGeom>
          <a:solidFill>
            <a:srgbClr val="D71A65"/>
          </a:solidFill>
          <a:ln w="0">
            <a:noFill/>
          </a:ln>
        </p:spPr>
      </p:sp>
      <p:sp>
        <p:nvSpPr>
          <p:cNvPr id="23" name="circle">
            <a:extLst>
              <a:ext uri="{FF2B5EF4-FFF2-40B4-BE49-F238E27FC236}">
                <ns2:creationId id="{8A02A909-1E63-4BF4-B083-E5FB4806D662}"/>
              </a:ext>
            </a:extLst>
          </p:cNvPr>
          <p:cNvSpPr>
            <a:spLocks noGrp="1"/>
          </p:cNvSpPr>
          <p:nvPr/>
        </p:nvSpPr>
        <p:spPr>
          <a:xfrm>
            <a:off x="1790700" y="2952750"/>
            <a:ext cx="114300" cy="114300"/>
          </a:xfrm>
          <a:prstGeom prst="ellipse">
            <a:avLst/>
          </a:prstGeom>
          <a:solidFill>
            <a:srgbClr val="D71A65"/>
          </a:solidFill>
          <a:ln w="0">
            <a:noFill/>
          </a:ln>
        </p:spPr>
      </p:sp>
      <p:sp>
        <p:nvSpPr>
          <p:cNvPr id="24" name="circle">
            <a:extLst>
              <a:ext uri="{FF2B5EF4-FFF2-40B4-BE49-F238E27FC236}">
                <ns2:creationId id="{0759643D-7A3E-43FA-A025-2D07227FA1DC}"/>
              </a:ext>
            </a:extLst>
          </p:cNvPr>
          <p:cNvSpPr>
            <a:spLocks noGrp="1"/>
          </p:cNvSpPr>
          <p:nvPr/>
        </p:nvSpPr>
        <p:spPr>
          <a:xfrm>
            <a:off x="2038350" y="2952750"/>
            <a:ext cx="114300" cy="114300"/>
          </a:xfrm>
          <a:prstGeom prst="ellipse">
            <a:avLst/>
          </a:prstGeom>
          <a:solidFill>
            <a:srgbClr val="D71A65"/>
          </a:solidFill>
          <a:ln w="0">
            <a:noFill/>
          </a:ln>
        </p:spPr>
      </p:sp>
      <p:sp>
        <p:nvSpPr>
          <p:cNvPr id="25" name="circle">
            <a:extLst>
              <a:ext uri="{FF2B5EF4-FFF2-40B4-BE49-F238E27FC236}">
                <ns2:creationId id="{430A07E5-3A3F-420A-97E7-ADD8CA66ADBA}"/>
              </a:ext>
            </a:extLst>
          </p:cNvPr>
          <p:cNvSpPr>
            <a:spLocks noGrp="1"/>
          </p:cNvSpPr>
          <p:nvPr/>
        </p:nvSpPr>
        <p:spPr>
          <a:xfrm>
            <a:off x="800100" y="3209925"/>
            <a:ext cx="114300" cy="114300"/>
          </a:xfrm>
          <a:prstGeom prst="ellipse">
            <a:avLst/>
          </a:prstGeom>
          <a:solidFill>
            <a:srgbClr val="D71A65"/>
          </a:solidFill>
          <a:ln w="0">
            <a:noFill/>
          </a:ln>
        </p:spPr>
      </p:sp>
      <p:sp>
        <p:nvSpPr>
          <p:cNvPr id="26" name="circle">
            <a:extLst>
              <a:ext uri="{FF2B5EF4-FFF2-40B4-BE49-F238E27FC236}">
                <ns2:creationId id="{AD696444-B88A-4454-9545-C105025BF729}"/>
              </a:ext>
            </a:extLst>
          </p:cNvPr>
          <p:cNvSpPr>
            <a:spLocks noGrp="1"/>
          </p:cNvSpPr>
          <p:nvPr/>
        </p:nvSpPr>
        <p:spPr>
          <a:xfrm>
            <a:off x="1047750" y="3209925"/>
            <a:ext cx="114300" cy="114300"/>
          </a:xfrm>
          <a:prstGeom prst="ellipse">
            <a:avLst/>
          </a:prstGeom>
          <a:solidFill>
            <a:srgbClr val="D71A65"/>
          </a:solidFill>
          <a:ln w="0">
            <a:noFill/>
          </a:ln>
        </p:spPr>
      </p:sp>
      <p:sp>
        <p:nvSpPr>
          <p:cNvPr id="27" name="circle">
            <a:extLst>
              <a:ext uri="{FF2B5EF4-FFF2-40B4-BE49-F238E27FC236}">
                <ns2:creationId id="{1DD450E8-2AE6-4CBC-8ED0-AC78DE3F979C}"/>
              </a:ext>
            </a:extLst>
          </p:cNvPr>
          <p:cNvSpPr>
            <a:spLocks noGrp="1"/>
          </p:cNvSpPr>
          <p:nvPr/>
        </p:nvSpPr>
        <p:spPr>
          <a:xfrm>
            <a:off x="1295400" y="3209925"/>
            <a:ext cx="114300" cy="114300"/>
          </a:xfrm>
          <a:prstGeom prst="ellipse">
            <a:avLst/>
          </a:prstGeom>
          <a:solidFill>
            <a:srgbClr val="D71A65"/>
          </a:solidFill>
          <a:ln w="0">
            <a:noFill/>
          </a:ln>
        </p:spPr>
      </p:sp>
      <p:sp>
        <p:nvSpPr>
          <p:cNvPr id="28" name="circle">
            <a:extLst>
              <a:ext uri="{FF2B5EF4-FFF2-40B4-BE49-F238E27FC236}">
                <ns2:creationId id="{5F46325F-3AA7-4A21-A747-4D6AF3489294}"/>
              </a:ext>
            </a:extLst>
          </p:cNvPr>
          <p:cNvSpPr>
            <a:spLocks noGrp="1"/>
          </p:cNvSpPr>
          <p:nvPr/>
        </p:nvSpPr>
        <p:spPr>
          <a:xfrm>
            <a:off x="1543050" y="3209925"/>
            <a:ext cx="114300" cy="114300"/>
          </a:xfrm>
          <a:prstGeom prst="ellipse">
            <a:avLst/>
          </a:prstGeom>
          <a:solidFill>
            <a:srgbClr val="D71A65"/>
          </a:solidFill>
          <a:ln w="0">
            <a:noFill/>
          </a:ln>
        </p:spPr>
      </p:sp>
      <p:sp>
        <p:nvSpPr>
          <p:cNvPr id="29" name="circle">
            <a:extLst>
              <a:ext uri="{FF2B5EF4-FFF2-40B4-BE49-F238E27FC236}">
                <ns2:creationId id="{A7C85B3F-9890-468C-A036-8164A05DC8F9}"/>
              </a:ext>
            </a:extLst>
          </p:cNvPr>
          <p:cNvSpPr>
            <a:spLocks noGrp="1"/>
          </p:cNvSpPr>
          <p:nvPr/>
        </p:nvSpPr>
        <p:spPr>
          <a:xfrm>
            <a:off x="1790700" y="3209925"/>
            <a:ext cx="114300" cy="114300"/>
          </a:xfrm>
          <a:prstGeom prst="ellipse">
            <a:avLst/>
          </a:prstGeom>
          <a:solidFill>
            <a:srgbClr val="D71A65"/>
          </a:solidFill>
          <a:ln w="0">
            <a:noFill/>
          </a:ln>
        </p:spPr>
      </p:sp>
      <p:sp>
        <p:nvSpPr>
          <p:cNvPr id="30" name="circle">
            <a:extLst>
              <a:ext uri="{FF2B5EF4-FFF2-40B4-BE49-F238E27FC236}">
                <ns2:creationId id="{B9A8C81B-37C2-483C-A385-AED1B604EB9E}"/>
              </a:ext>
            </a:extLst>
          </p:cNvPr>
          <p:cNvSpPr>
            <a:spLocks noGrp="1"/>
          </p:cNvSpPr>
          <p:nvPr/>
        </p:nvSpPr>
        <p:spPr>
          <a:xfrm>
            <a:off x="2038350" y="3209925"/>
            <a:ext cx="114300" cy="114300"/>
          </a:xfrm>
          <a:prstGeom prst="ellipse">
            <a:avLst/>
          </a:prstGeom>
          <a:solidFill>
            <a:srgbClr val="D71A65"/>
          </a:solidFill>
          <a:ln w="0">
            <a:noFill/>
          </a:ln>
        </p:spPr>
      </p:sp>
      <p:sp>
        <p:nvSpPr>
          <p:cNvPr id="31" name="circle">
            <a:extLst>
              <a:ext uri="{FF2B5EF4-FFF2-40B4-BE49-F238E27FC236}">
                <ns2:creationId id="{9BE7472D-0762-4715-866A-647B766FF80A}"/>
              </a:ext>
            </a:extLst>
          </p:cNvPr>
          <p:cNvSpPr>
            <a:spLocks noGrp="1"/>
          </p:cNvSpPr>
          <p:nvPr/>
        </p:nvSpPr>
        <p:spPr>
          <a:xfrm>
            <a:off x="800100" y="3467100"/>
            <a:ext cx="114300" cy="114300"/>
          </a:xfrm>
          <a:prstGeom prst="ellipse">
            <a:avLst/>
          </a:prstGeom>
          <a:solidFill>
            <a:srgbClr val="D71A65"/>
          </a:solidFill>
          <a:ln w="0">
            <a:noFill/>
          </a:ln>
        </p:spPr>
      </p:sp>
      <p:sp>
        <p:nvSpPr>
          <p:cNvPr id="32" name="circle">
            <a:extLst>
              <a:ext uri="{FF2B5EF4-FFF2-40B4-BE49-F238E27FC236}">
                <ns2:creationId id="{A1D24390-BAE1-4F01-96D7-993AFC0E55AE}"/>
              </a:ext>
            </a:extLst>
          </p:cNvPr>
          <p:cNvSpPr>
            <a:spLocks noGrp="1"/>
          </p:cNvSpPr>
          <p:nvPr/>
        </p:nvSpPr>
        <p:spPr>
          <a:xfrm>
            <a:off x="1047750" y="3467100"/>
            <a:ext cx="114300" cy="114300"/>
          </a:xfrm>
          <a:prstGeom prst="ellipse">
            <a:avLst/>
          </a:prstGeom>
          <a:solidFill>
            <a:srgbClr val="D71A65"/>
          </a:solidFill>
          <a:ln w="0">
            <a:noFill/>
          </a:ln>
        </p:spPr>
      </p:sp>
      <p:sp>
        <p:nvSpPr>
          <p:cNvPr id="33" name="circle">
            <a:extLst>
              <a:ext uri="{FF2B5EF4-FFF2-40B4-BE49-F238E27FC236}">
                <ns2:creationId id="{613912E3-4B1A-406B-8609-0DB828AA7EA8}"/>
              </a:ext>
            </a:extLst>
          </p:cNvPr>
          <p:cNvSpPr>
            <a:spLocks noGrp="1"/>
          </p:cNvSpPr>
          <p:nvPr/>
        </p:nvSpPr>
        <p:spPr>
          <a:xfrm>
            <a:off x="1295400" y="3467100"/>
            <a:ext cx="114300" cy="114300"/>
          </a:xfrm>
          <a:prstGeom prst="ellipse">
            <a:avLst/>
          </a:prstGeom>
          <a:solidFill>
            <a:srgbClr val="D71A65"/>
          </a:solidFill>
          <a:ln w="0">
            <a:noFill/>
          </a:ln>
        </p:spPr>
      </p:sp>
      <p:sp>
        <p:nvSpPr>
          <p:cNvPr id="34" name="circle">
            <a:extLst>
              <a:ext uri="{FF2B5EF4-FFF2-40B4-BE49-F238E27FC236}">
                <ns2:creationId id="{98D82D6D-EEA2-4F05-84D3-28FA2C7ED87D}"/>
              </a:ext>
            </a:extLst>
          </p:cNvPr>
          <p:cNvSpPr>
            <a:spLocks noGrp="1"/>
          </p:cNvSpPr>
          <p:nvPr/>
        </p:nvSpPr>
        <p:spPr>
          <a:xfrm>
            <a:off x="1543050" y="3467100"/>
            <a:ext cx="114300" cy="114300"/>
          </a:xfrm>
          <a:prstGeom prst="ellipse">
            <a:avLst/>
          </a:prstGeom>
          <a:solidFill>
            <a:srgbClr val="D71A65"/>
          </a:solidFill>
          <a:ln w="0">
            <a:noFill/>
          </a:ln>
        </p:spPr>
      </p:sp>
      <p:sp>
        <p:nvSpPr>
          <p:cNvPr id="35" name="circle">
            <a:extLst>
              <a:ext uri="{FF2B5EF4-FFF2-40B4-BE49-F238E27FC236}">
                <ns2:creationId id="{EABD5233-8CC8-45D1-86E4-427307D025AF}"/>
              </a:ext>
            </a:extLst>
          </p:cNvPr>
          <p:cNvSpPr>
            <a:spLocks noGrp="1"/>
          </p:cNvSpPr>
          <p:nvPr/>
        </p:nvSpPr>
        <p:spPr>
          <a:xfrm>
            <a:off x="1790700" y="3467100"/>
            <a:ext cx="114300" cy="114300"/>
          </a:xfrm>
          <a:prstGeom prst="ellipse">
            <a:avLst/>
          </a:prstGeom>
          <a:solidFill>
            <a:srgbClr val="D71A65"/>
          </a:solidFill>
          <a:ln w="0">
            <a:noFill/>
          </a:ln>
        </p:spPr>
      </p:sp>
      <p:sp>
        <p:nvSpPr>
          <p:cNvPr id="36" name="circle">
            <a:extLst>
              <a:ext uri="{FF2B5EF4-FFF2-40B4-BE49-F238E27FC236}">
                <ns2:creationId id="{39B21764-E903-40D7-83BA-058FE76C8D0F}"/>
              </a:ext>
            </a:extLst>
          </p:cNvPr>
          <p:cNvSpPr>
            <a:spLocks noGrp="1"/>
          </p:cNvSpPr>
          <p:nvPr/>
        </p:nvSpPr>
        <p:spPr>
          <a:xfrm>
            <a:off x="2038350" y="3467100"/>
            <a:ext cx="114300" cy="114300"/>
          </a:xfrm>
          <a:prstGeom prst="ellipse">
            <a:avLst/>
          </a:prstGeom>
          <a:solidFill>
            <a:srgbClr val="D71A65"/>
          </a:solidFill>
          <a:ln w="0">
            <a:noFill/>
          </a:ln>
        </p:spPr>
      </p:sp>
      <p:sp>
        <p:nvSpPr>
          <p:cNvPr id="37" name="circle">
            <a:extLst>
              <a:ext uri="{FF2B5EF4-FFF2-40B4-BE49-F238E27FC236}">
                <ns2:creationId id="{3FF8B2F0-A4B8-4A95-A022-BC2060619ACA}"/>
              </a:ext>
            </a:extLst>
          </p:cNvPr>
          <p:cNvSpPr>
            <a:spLocks noGrp="1"/>
          </p:cNvSpPr>
          <p:nvPr/>
        </p:nvSpPr>
        <p:spPr>
          <a:xfrm>
            <a:off x="800100" y="3724275"/>
            <a:ext cx="114300" cy="114300"/>
          </a:xfrm>
          <a:prstGeom prst="ellipse">
            <a:avLst/>
          </a:prstGeom>
          <a:solidFill>
            <a:srgbClr val="D71A65"/>
          </a:solidFill>
          <a:ln w="0">
            <a:noFill/>
          </a:ln>
        </p:spPr>
      </p:sp>
      <p:sp>
        <p:nvSpPr>
          <p:cNvPr id="38" name="circle">
            <a:extLst>
              <a:ext uri="{FF2B5EF4-FFF2-40B4-BE49-F238E27FC236}">
                <ns2:creationId id="{57D34614-9184-4854-B670-6F5DE748072A}"/>
              </a:ext>
            </a:extLst>
          </p:cNvPr>
          <p:cNvSpPr>
            <a:spLocks noGrp="1"/>
          </p:cNvSpPr>
          <p:nvPr/>
        </p:nvSpPr>
        <p:spPr>
          <a:xfrm>
            <a:off x="1047750" y="3724275"/>
            <a:ext cx="114300" cy="114300"/>
          </a:xfrm>
          <a:prstGeom prst="ellipse">
            <a:avLst/>
          </a:prstGeom>
          <a:solidFill>
            <a:srgbClr val="D71A65"/>
          </a:solidFill>
          <a:ln w="0">
            <a:noFill/>
          </a:ln>
        </p:spPr>
      </p:sp>
      <p:sp>
        <p:nvSpPr>
          <p:cNvPr id="39" name="circle">
            <a:extLst>
              <a:ext uri="{FF2B5EF4-FFF2-40B4-BE49-F238E27FC236}">
                <ns2:creationId id="{207D9809-0947-49EE-8A3C-28C877A6A687}"/>
              </a:ext>
            </a:extLst>
          </p:cNvPr>
          <p:cNvSpPr>
            <a:spLocks noGrp="1"/>
          </p:cNvSpPr>
          <p:nvPr/>
        </p:nvSpPr>
        <p:spPr>
          <a:xfrm>
            <a:off x="1295400" y="3724275"/>
            <a:ext cx="114300" cy="114300"/>
          </a:xfrm>
          <a:prstGeom prst="ellipse">
            <a:avLst/>
          </a:prstGeom>
          <a:solidFill>
            <a:srgbClr val="D71A65"/>
          </a:solidFill>
          <a:ln w="0">
            <a:noFill/>
          </a:ln>
        </p:spPr>
      </p:sp>
      <p:sp>
        <p:nvSpPr>
          <p:cNvPr id="40" name="circle">
            <a:extLst>
              <a:ext uri="{FF2B5EF4-FFF2-40B4-BE49-F238E27FC236}">
                <ns2:creationId id="{68D6E11F-B3EB-4D4B-AB1C-229F35BE015B}"/>
              </a:ext>
            </a:extLst>
          </p:cNvPr>
          <p:cNvSpPr>
            <a:spLocks noGrp="1"/>
          </p:cNvSpPr>
          <p:nvPr/>
        </p:nvSpPr>
        <p:spPr>
          <a:xfrm>
            <a:off x="1543050" y="3724275"/>
            <a:ext cx="114300" cy="114300"/>
          </a:xfrm>
          <a:prstGeom prst="ellipse">
            <a:avLst/>
          </a:prstGeom>
          <a:solidFill>
            <a:srgbClr val="D71A65"/>
          </a:solidFill>
          <a:ln w="0">
            <a:noFill/>
          </a:ln>
        </p:spPr>
      </p:sp>
      <p:sp>
        <p:nvSpPr>
          <p:cNvPr id="41" name="circle">
            <a:extLst>
              <a:ext uri="{FF2B5EF4-FFF2-40B4-BE49-F238E27FC236}">
                <ns2:creationId id="{DE5E0FED-EA99-44EC-A76C-5D4DC8A31A67}"/>
              </a:ext>
            </a:extLst>
          </p:cNvPr>
          <p:cNvSpPr>
            <a:spLocks noGrp="1"/>
          </p:cNvSpPr>
          <p:nvPr/>
        </p:nvSpPr>
        <p:spPr>
          <a:xfrm>
            <a:off x="1790700" y="3724275"/>
            <a:ext cx="114300" cy="114300"/>
          </a:xfrm>
          <a:prstGeom prst="ellipse">
            <a:avLst/>
          </a:prstGeom>
          <a:solidFill>
            <a:srgbClr val="D71A65"/>
          </a:solidFill>
          <a:ln w="0">
            <a:noFill/>
          </a:ln>
        </p:spPr>
      </p:sp>
      <p:sp>
        <p:nvSpPr>
          <p:cNvPr id="42" name="circle">
            <a:extLst>
              <a:ext uri="{FF2B5EF4-FFF2-40B4-BE49-F238E27FC236}">
                <ns2:creationId id="{AFD90A72-3EBD-449F-98E5-5BF751C0F46F}"/>
              </a:ext>
            </a:extLst>
          </p:cNvPr>
          <p:cNvSpPr>
            <a:spLocks noGrp="1"/>
          </p:cNvSpPr>
          <p:nvPr/>
        </p:nvSpPr>
        <p:spPr>
          <a:xfrm>
            <a:off x="2038350" y="3724275"/>
            <a:ext cx="114300" cy="114300"/>
          </a:xfrm>
          <a:prstGeom prst="ellipse">
            <a:avLst/>
          </a:prstGeom>
          <a:solidFill>
            <a:srgbClr val="D71A65"/>
          </a:solidFill>
          <a:ln w="0">
            <a:noFill/>
          </a:ln>
        </p:spPr>
      </p:sp>
      <p:sp>
        <p:nvSpPr>
          <p:cNvPr id="43" name="shape">
            <a:extLst>
              <a:ext uri="{FF2B5EF4-FFF2-40B4-BE49-F238E27FC236}">
                <ns2:creationId id="{F86B67DC-D2A9-4F91-954F-722E20A64BE2}"/>
              </a:ext>
            </a:extLst>
          </p:cNvPr>
          <p:cNvSpPr>
            <a:spLocks noGrp="1"/>
          </p:cNvSpPr>
          <p:nvPr/>
        </p:nvSpPr>
        <p:spPr>
          <a:xfrm>
            <a:off x="3086100" y="2428875"/>
            <a:ext cx="457200" cy="1790700"/>
          </a:xfrm>
          <a:prstGeom prst="rect">
            <a:avLst/>
          </a:prstGeom>
          <a:solidFill>
            <a:srgbClr val="1955DB"/>
          </a:solidFill>
          <a:ln w="0">
            <a:noFill/>
          </a:ln>
        </p:spPr>
      </p:sp>
      <p:sp>
        <p:nvSpPr>
          <p:cNvPr id="44" name="shape">
            <a:extLst>
              <a:ext uri="{FF2B5EF4-FFF2-40B4-BE49-F238E27FC236}">
                <ns2:creationId id="{53BEBEF7-8FD7-4FF7-BDBC-77BB7335743F}"/>
              </a:ext>
            </a:extLst>
          </p:cNvPr>
          <p:cNvSpPr>
            <a:spLocks noGrp="1"/>
          </p:cNvSpPr>
          <p:nvPr/>
        </p:nvSpPr>
        <p:spPr>
          <a:xfrm>
            <a:off x="3600450" y="2428875"/>
            <a:ext cx="457200" cy="1790700"/>
          </a:xfrm>
          <a:prstGeom prst="rect">
            <a:avLst/>
          </a:prstGeom>
          <a:solidFill>
            <a:srgbClr val="F4D941"/>
          </a:solidFill>
          <a:ln w="0">
            <a:noFill/>
          </a:ln>
        </p:spPr>
      </p:sp>
      <p:sp>
        <p:nvSpPr>
          <p:cNvPr id="45" name="shape">
            <a:extLst>
              <a:ext uri="{FF2B5EF4-FFF2-40B4-BE49-F238E27FC236}">
                <ns2:creationId id="{D94E4EC0-53EC-43CB-B4E2-3ECD0CD269A0}"/>
              </a:ext>
            </a:extLst>
          </p:cNvPr>
          <p:cNvSpPr>
            <a:spLocks noGrp="1"/>
          </p:cNvSpPr>
          <p:nvPr/>
        </p:nvSpPr>
        <p:spPr>
          <a:xfrm>
            <a:off x="4114800" y="2428875"/>
            <a:ext cx="428625" cy="1790700"/>
          </a:xfrm>
          <a:prstGeom prst="rect">
            <a:avLst/>
          </a:prstGeom>
          <a:solidFill>
            <a:srgbClr val="D71A65"/>
          </a:solidFill>
          <a:ln w="0">
            <a:noFill/>
          </a:ln>
        </p:spPr>
      </p:sp>
      <p:sp>
        <p:nvSpPr>
          <p:cNvPr id="46" name="circle">
            <a:extLst>
              <a:ext uri="{FF2B5EF4-FFF2-40B4-BE49-F238E27FC236}">
                <ns2:creationId id="{7BFA3E74-6132-49A2-9876-75F88FC6ED12}"/>
              </a:ext>
            </a:extLst>
          </p:cNvPr>
          <p:cNvSpPr>
            <a:spLocks noGrp="1"/>
          </p:cNvSpPr>
          <p:nvPr/>
        </p:nvSpPr>
        <p:spPr>
          <a:xfrm>
            <a:off x="5467350" y="2714625"/>
            <a:ext cx="1257300" cy="1257300"/>
          </a:xfrm>
          <a:prstGeom prst="ellipse">
            <a:avLst/>
          </a:prstGeom>
          <a:solidFill>
            <a:srgbClr val="F4D941"/>
          </a:solidFill>
          <a:ln w="85725">
            <a:solidFill>
              <a:srgbClr val="191919"/>
            </a:solidFill>
          </a:ln>
        </p:spPr>
      </p:sp>
      <p:sp>
        <p:nvSpPr>
          <p:cNvPr id="47" name="POW!">
            <a:extLst>
              <a:ext uri="{FF2B5EF4-FFF2-40B4-BE49-F238E27FC236}">
                <ns2:creationId id="{F4691883-1A9C-4A8F-832D-4BF5AEA0A6B0}"/>
              </a:ext>
            </a:extLst>
          </p:cNvPr>
          <p:cNvSpPr>
            <a:spLocks noGrp="1"/>
          </p:cNvSpPr>
          <p:nvPr/>
        </p:nvSpPr>
        <p:spPr>
          <a:xfrm>
            <a:off x="7534275" y="2800350"/>
            <a:ext cx="1714500" cy="1143000"/>
          </a:xfrm>
          <a:prstGeom prst="rect">
            <a:avLst/>
          </a:prstGeom>
          <a:noFill/>
          <a:ln w="0">
            <a:noFill/>
          </a:ln>
        </p:spPr>
        <p:txBody>
          <a:bodyPr wrap="square" lIns="0" tIns="0" rIns="0" bIns="0">
            <a:noAutofit/>
          </a:bodyPr>
          <a:lstStyle/>
          <a:p>
            <a:pPr>
              <a:defRPr sz="3975" b="1">
                <a:solidFill>
                  <a:srgbClr val="1955DB"/>
                </a:solidFill>
                <a:latin typeface="Comic Sans MS"/>
                <a:ea typeface="Comic Sans MS"/>
                <a:cs typeface="Comic Sans MS"/>
              </a:defRPr>
            </a:pPr>
            <a:r>
              <a:rPr sz="3975" b="1">
                <a:solidFill>
                  <a:srgbClr val="1955DB"/>
                </a:solidFill>
                <a:latin typeface="Comic Sans MS"/>
                <a:ea typeface="Comic Sans MS"/>
                <a:cs typeface="Comic Sans MS"/>
              </a:rPr>
              <a:t>POW!</a:t>
            </a:r>
          </a:p>
        </p:txBody>
      </p:sp>
      <p:pic>
        <p:nvPicPr>
          <p:cNvPr id="104" name="" descr="Detail of one Warhol Campbell’s soup can, repeated in a teaching comparison to demonstrate repetition."/>
          <p:cNvPicPr>
            <a:picLocks noChangeAspect="1"/>
          </p:cNvPicPr>
          <p:nvPr/>
        </p:nvPicPr>
        <p:blipFill>
          <a:blip r:embed="R60b7e7b73c2d45a4"/>
          <a:stretch/>
        </p:blipFill>
        <p:spPr>
          <a:xfrm>
            <a:off x="9858375" y="2326212"/>
            <a:ext cx="742950" cy="919700"/>
          </a:xfrm>
          <a:prstGeom prst="rect">
            <a:avLst/>
          </a:prstGeom>
        </p:spPr>
      </p:pic>
      <p:pic>
        <p:nvPicPr>
          <p:cNvPr id="105" name="" descr="Detail of one Warhol Campbell’s soup can, repeated in a teaching comparison to demonstrate repetition."/>
          <p:cNvPicPr>
            <a:picLocks noChangeAspect="1"/>
          </p:cNvPicPr>
          <p:nvPr/>
        </p:nvPicPr>
        <p:blipFill>
          <a:blip r:embed="Ra692bf9640524360"/>
          <a:stretch/>
        </p:blipFill>
        <p:spPr>
          <a:xfrm>
            <a:off x="10696575" y="2326212"/>
            <a:ext cx="742950" cy="919700"/>
          </a:xfrm>
          <a:prstGeom prst="rect">
            <a:avLst/>
          </a:prstGeom>
        </p:spPr>
      </p:pic>
      <p:pic>
        <p:nvPicPr>
          <p:cNvPr id="106" name="" descr="Detail of one Warhol Campbell’s soup can, repeated in a teaching comparison to demonstrate repetition."/>
          <p:cNvPicPr>
            <a:picLocks noChangeAspect="1"/>
          </p:cNvPicPr>
          <p:nvPr/>
        </p:nvPicPr>
        <p:blipFill>
          <a:blip r:embed="R724bab0d4d804fea"/>
          <a:stretch/>
        </p:blipFill>
        <p:spPr>
          <a:xfrm>
            <a:off x="9858375" y="3573987"/>
            <a:ext cx="742950" cy="919700"/>
          </a:xfrm>
          <a:prstGeom prst="rect">
            <a:avLst/>
          </a:prstGeom>
        </p:spPr>
      </p:pic>
      <p:pic>
        <p:nvPicPr>
          <p:cNvPr id="107" name="" descr="Detail of one Warhol Campbell’s soup can, repeated in a teaching comparison to demonstrate repetition."/>
          <p:cNvPicPr>
            <a:picLocks noChangeAspect="1"/>
          </p:cNvPicPr>
          <p:nvPr/>
        </p:nvPicPr>
        <p:blipFill>
          <a:blip r:embed="Rf81a410f74224574"/>
          <a:stretch/>
        </p:blipFill>
        <p:spPr>
          <a:xfrm>
            <a:off x="10696575" y="3573987"/>
            <a:ext cx="742950" cy="919700"/>
          </a:xfrm>
          <a:prstGeom prst="rect">
            <a:avLst/>
          </a:prstGeom>
        </p:spPr>
      </p:pic>
      <p:sp>
        <p:nvSpPr>
          <p:cNvPr id="52" name="Printing&#10;dots">
            <a:extLst>
              <a:ext uri="{FF2B5EF4-FFF2-40B4-BE49-F238E27FC236}">
                <ns2:creationId id="{573E7868-E1ED-4BDB-B9E3-ACAF6DA1DE17}"/>
              </a:ext>
            </a:extLst>
          </p:cNvPr>
          <p:cNvSpPr>
            <a:spLocks noGrp="1"/>
          </p:cNvSpPr>
          <p:nvPr/>
        </p:nvSpPr>
        <p:spPr>
          <a:xfrm>
            <a:off x="619125" y="5000625"/>
            <a:ext cx="1981200" cy="942975"/>
          </a:xfrm>
          <a:prstGeom prst="rect">
            <a:avLst/>
          </a:prstGeom>
          <a:noFill/>
          <a:ln w="0">
            <a:noFill/>
          </a:ln>
        </p:spPr>
        <p:txBody>
          <a:bodyPr wrap="square" lIns="0" tIns="0" rIns="0" bIns="0">
            <a:noAutofit/>
          </a:bodyPr>
          <a:lstStyle/>
          <a:p>
            <a:pPr>
              <a:defRPr sz="2175" b="1">
                <a:solidFill>
                  <a:srgbClr val="191919"/>
                </a:solidFill>
                <a:latin typeface="Arial"/>
                <a:ea typeface="Arial"/>
                <a:cs typeface="Arial"/>
              </a:defRPr>
            </a:pPr>
            <a:r>
              <a:rPr sz="2175" b="1">
                <a:solidFill>
                  <a:srgbClr val="191919"/>
                </a:solidFill>
                <a:latin typeface="Arial"/>
                <a:ea typeface="Arial"/>
                <a:cs typeface="Arial"/>
              </a:rPr>
              <a:t>Printing</a:t>
            </a:r>
          </a:p>
          <a:p>
            <a:pPr>
              <a:defRPr sz="2175" b="1">
                <a:solidFill>
                  <a:srgbClr val="191919"/>
                </a:solidFill>
                <a:latin typeface="Arial"/>
                <a:ea typeface="Arial"/>
                <a:cs typeface="Arial"/>
              </a:defRPr>
            </a:pPr>
            <a:r>
              <a:rPr sz="2175" b="1">
                <a:solidFill>
                  <a:srgbClr val="191919"/>
                </a:solidFill>
                <a:latin typeface="Arial"/>
                <a:ea typeface="Arial"/>
                <a:cs typeface="Arial"/>
              </a:rPr>
              <a:t>dots</a:t>
            </a:r>
          </a:p>
        </p:txBody>
      </p:sp>
      <p:sp>
        <p:nvSpPr>
          <p:cNvPr id="53" name="Bold, flat&#10;color">
            <a:extLst>
              <a:ext uri="{FF2B5EF4-FFF2-40B4-BE49-F238E27FC236}">
                <ns2:creationId id="{5A83AEE6-512C-4BB0-9574-2816349DD6BB}"/>
              </a:ext>
            </a:extLst>
          </p:cNvPr>
          <p:cNvSpPr>
            <a:spLocks noGrp="1"/>
          </p:cNvSpPr>
          <p:nvPr/>
        </p:nvSpPr>
        <p:spPr>
          <a:xfrm>
            <a:off x="2905125" y="5000625"/>
            <a:ext cx="1981200" cy="942975"/>
          </a:xfrm>
          <a:prstGeom prst="rect">
            <a:avLst/>
          </a:prstGeom>
          <a:noFill/>
          <a:ln w="0">
            <a:noFill/>
          </a:ln>
        </p:spPr>
        <p:txBody>
          <a:bodyPr wrap="square" lIns="0" tIns="0" rIns="0" bIns="0">
            <a:noAutofit/>
          </a:bodyPr>
          <a:lstStyle/>
          <a:p>
            <a:pPr>
              <a:defRPr sz="2175" b="1">
                <a:solidFill>
                  <a:srgbClr val="191919"/>
                </a:solidFill>
                <a:latin typeface="Arial"/>
                <a:ea typeface="Arial"/>
                <a:cs typeface="Arial"/>
              </a:defRPr>
            </a:pPr>
            <a:r>
              <a:rPr sz="2175" b="1">
                <a:solidFill>
                  <a:srgbClr val="191919"/>
                </a:solidFill>
                <a:latin typeface="Arial"/>
                <a:ea typeface="Arial"/>
                <a:cs typeface="Arial"/>
              </a:rPr>
              <a:t>Bold, flat</a:t>
            </a:r>
          </a:p>
          <a:p>
            <a:pPr>
              <a:defRPr sz="2175" b="1">
                <a:solidFill>
                  <a:srgbClr val="191919"/>
                </a:solidFill>
                <a:latin typeface="Arial"/>
                <a:ea typeface="Arial"/>
                <a:cs typeface="Arial"/>
              </a:defRPr>
            </a:pPr>
            <a:r>
              <a:rPr sz="2175" b="1">
                <a:solidFill>
                  <a:srgbClr val="191919"/>
                </a:solidFill>
                <a:latin typeface="Arial"/>
                <a:ea typeface="Arial"/>
                <a:cs typeface="Arial"/>
              </a:rPr>
              <a:t>color</a:t>
            </a:r>
          </a:p>
        </p:txBody>
      </p:sp>
      <p:sp>
        <p:nvSpPr>
          <p:cNvPr id="54" name="Thick&#10;outlines">
            <a:extLst>
              <a:ext uri="{FF2B5EF4-FFF2-40B4-BE49-F238E27FC236}">
                <ns2:creationId id="{52B63194-D0DC-4591-9C62-C43DA4ACBB26}"/>
              </a:ext>
            </a:extLst>
          </p:cNvPr>
          <p:cNvSpPr>
            <a:spLocks noGrp="1"/>
          </p:cNvSpPr>
          <p:nvPr/>
        </p:nvSpPr>
        <p:spPr>
          <a:xfrm>
            <a:off x="5191125" y="5000625"/>
            <a:ext cx="1981200" cy="942975"/>
          </a:xfrm>
          <a:prstGeom prst="rect">
            <a:avLst/>
          </a:prstGeom>
          <a:noFill/>
          <a:ln w="0">
            <a:noFill/>
          </a:ln>
        </p:spPr>
        <p:txBody>
          <a:bodyPr wrap="square" lIns="0" tIns="0" rIns="0" bIns="0">
            <a:noAutofit/>
          </a:bodyPr>
          <a:lstStyle/>
          <a:p>
            <a:pPr>
              <a:defRPr sz="2175" b="1">
                <a:solidFill>
                  <a:srgbClr val="191919"/>
                </a:solidFill>
                <a:latin typeface="Arial"/>
                <a:ea typeface="Arial"/>
                <a:cs typeface="Arial"/>
              </a:defRPr>
            </a:pPr>
            <a:r>
              <a:rPr sz="2175" b="1">
                <a:solidFill>
                  <a:srgbClr val="191919"/>
                </a:solidFill>
                <a:latin typeface="Arial"/>
                <a:ea typeface="Arial"/>
                <a:cs typeface="Arial"/>
              </a:rPr>
              <a:t>Thick</a:t>
            </a:r>
          </a:p>
          <a:p>
            <a:pPr>
              <a:defRPr sz="2175" b="1">
                <a:solidFill>
                  <a:srgbClr val="191919"/>
                </a:solidFill>
                <a:latin typeface="Arial"/>
                <a:ea typeface="Arial"/>
                <a:cs typeface="Arial"/>
              </a:defRPr>
            </a:pPr>
            <a:r>
              <a:rPr sz="2175" b="1">
                <a:solidFill>
                  <a:srgbClr val="191919"/>
                </a:solidFill>
                <a:latin typeface="Arial"/>
                <a:ea typeface="Arial"/>
                <a:cs typeface="Arial"/>
              </a:rPr>
              <a:t>outlines</a:t>
            </a:r>
          </a:p>
        </p:txBody>
      </p:sp>
      <p:sp>
        <p:nvSpPr>
          <p:cNvPr id="55" name="Comic&#10;lettering">
            <a:extLst>
              <a:ext uri="{FF2B5EF4-FFF2-40B4-BE49-F238E27FC236}">
                <ns2:creationId id="{0D1B53D0-2D4C-4D9F-984A-FAE2362D3C57}"/>
              </a:ext>
            </a:extLst>
          </p:cNvPr>
          <p:cNvSpPr>
            <a:spLocks noGrp="1"/>
          </p:cNvSpPr>
          <p:nvPr/>
        </p:nvSpPr>
        <p:spPr>
          <a:xfrm>
            <a:off x="7477125" y="5000625"/>
            <a:ext cx="1981200" cy="942975"/>
          </a:xfrm>
          <a:prstGeom prst="rect">
            <a:avLst/>
          </a:prstGeom>
          <a:noFill/>
          <a:ln w="0">
            <a:noFill/>
          </a:ln>
        </p:spPr>
        <p:txBody>
          <a:bodyPr wrap="square" lIns="0" tIns="0" rIns="0" bIns="0">
            <a:noAutofit/>
          </a:bodyPr>
          <a:lstStyle/>
          <a:p>
            <a:pPr>
              <a:defRPr sz="2175" b="1">
                <a:solidFill>
                  <a:srgbClr val="191919"/>
                </a:solidFill>
                <a:latin typeface="Arial"/>
                <a:ea typeface="Arial"/>
                <a:cs typeface="Arial"/>
              </a:defRPr>
            </a:pPr>
            <a:r>
              <a:rPr sz="2175" b="1">
                <a:solidFill>
                  <a:srgbClr val="191919"/>
                </a:solidFill>
                <a:latin typeface="Arial"/>
                <a:ea typeface="Arial"/>
                <a:cs typeface="Arial"/>
              </a:rPr>
              <a:t>Comic</a:t>
            </a:r>
          </a:p>
          <a:p>
            <a:pPr>
              <a:defRPr sz="2175" b="1">
                <a:solidFill>
                  <a:srgbClr val="191919"/>
                </a:solidFill>
                <a:latin typeface="Arial"/>
                <a:ea typeface="Arial"/>
                <a:cs typeface="Arial"/>
              </a:defRPr>
            </a:pPr>
            <a:r>
              <a:rPr sz="2175" b="1">
                <a:solidFill>
                  <a:srgbClr val="191919"/>
                </a:solidFill>
                <a:latin typeface="Arial"/>
                <a:ea typeface="Arial"/>
                <a:cs typeface="Arial"/>
              </a:rPr>
              <a:t>lettering</a:t>
            </a:r>
          </a:p>
        </p:txBody>
      </p:sp>
      <p:sp>
        <p:nvSpPr>
          <p:cNvPr id="56" name="Repetition">
            <a:extLst>
              <a:ext uri="{FF2B5EF4-FFF2-40B4-BE49-F238E27FC236}">
                <ns2:creationId id="{7A31F055-ED79-456E-9435-71A30B4388BF}"/>
              </a:ext>
            </a:extLst>
          </p:cNvPr>
          <p:cNvSpPr>
            <a:spLocks noGrp="1"/>
          </p:cNvSpPr>
          <p:nvPr/>
        </p:nvSpPr>
        <p:spPr>
          <a:xfrm>
            <a:off x="9763125" y="5000625"/>
            <a:ext cx="1981200" cy="942975"/>
          </a:xfrm>
          <a:prstGeom prst="rect">
            <a:avLst/>
          </a:prstGeom>
          <a:noFill/>
          <a:ln w="0">
            <a:noFill/>
          </a:ln>
        </p:spPr>
        <p:txBody>
          <a:bodyPr wrap="square" lIns="0" tIns="0" rIns="0" bIns="0">
            <a:noAutofit/>
          </a:bodyPr>
          <a:lstStyle/>
          <a:p>
            <a:pPr>
              <a:defRPr sz="2175" b="1">
                <a:solidFill>
                  <a:srgbClr val="191919"/>
                </a:solidFill>
                <a:latin typeface="Arial"/>
                <a:ea typeface="Arial"/>
                <a:cs typeface="Arial"/>
              </a:defRPr>
            </a:pPr>
            <a:r>
              <a:rPr sz="2175" b="1">
                <a:solidFill>
                  <a:srgbClr val="191919"/>
                </a:solidFill>
                <a:latin typeface="Arial"/>
                <a:ea typeface="Arial"/>
                <a:cs typeface="Arial"/>
              </a:rPr>
              <a:t>Repetition</a:t>
            </a:r>
          </a:p>
        </p:txBody>
      </p:sp>
    </p:spTree>
    <p:extLst>
      <p:ext uri="{BB962C8B-B14F-4D97-AF65-F5344CB8AC3E}">
        <ns4:creationId val="954453398"/>
      </p:ext>
    </p:extLst>
  </p:cSld>
</p:sld>
</file>

<file path=ppt/slides/slide3.xml><?xml version="1.0" encoding="utf-8"?>
<p:sld xmlns:p="http://schemas.openxmlformats.org/presentationml/2006/main">
  <p:cSld>
    <p:bg>
      <p:bgPr>
        <a:solidFill xmlns:a="http://schemas.openxmlformats.org/drawingml/2006/main">
          <a:srgbClr val="FAF7EF"/>
        </a:solidFill>
      </p:bgPr>
    </p:bg>
    <p:spTree>
      <p:nvGrpSpPr>
        <p:cNvPr id="1" name=""/>
        <p:cNvGrpSpPr/>
        <p:nvPr/>
      </p:nvGrpSpPr>
      <p:grpSpPr>
        <a:xfrm xmlns:a="http://schemas.openxmlformats.org/drawingml/2006/main"/>
      </p:grpSpPr>
      <p:sp>
        <p:nvSpPr>
          <p:cNvPr id="26" name="Good design speaks without words">
            <a:extLst xmlns:a="http://schemas.openxmlformats.org/drawingml/2006/main">
              <a:ext uri="{FF2B5EF4-FFF2-40B4-BE49-F238E27FC236}">
                <a16:creationId xmlns:a16="http://schemas.microsoft.com/office/drawing/2014/main" id="{BCC8429B-3496-4F1A-B28C-60FBA4F1377A}"/>
              </a:ext>
            </a:extLst>
          </p:cNvPr>
          <p:cNvSpPr>
            <a:spLocks xmlns:a="http://schemas.openxmlformats.org/drawingml/2006/main" noGrp="1"/>
          </p:cNvSpPr>
          <p:nvPr/>
        </p:nvSpPr>
        <p:spPr>
          <a:xfrm xmlns:a="http://schemas.openxmlformats.org/drawingml/2006/main">
            <a:off x="609600" y="3810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00" b="1">
                <a:solidFill>
                  <a:srgbClr val="191919"/>
                </a:solidFill>
                <a:latin typeface="Arial Black"/>
                <a:ea typeface="Arial Black"/>
                <a:cs typeface="Arial Black"/>
              </a:defRPr>
            </a:pPr>
            <a:r>
              <a:rPr sz="3900" b="1">
                <a:solidFill>
                  <a:srgbClr val="191919"/>
                </a:solidFill>
                <a:latin typeface="Arial Black"/>
                <a:ea typeface="Arial Black"/>
                <a:cs typeface="Arial Black"/>
              </a:rPr>
              <a:t>Good design speaks without words</a:t>
            </a:r>
          </a:p>
        </p:txBody>
      </p:sp>
      <p:sp>
        <p:nvSpPr>
          <p:cNvPr id="2" name="Small design choices can change what we notice and feel.">
            <a:extLst xmlns:a="http://schemas.openxmlformats.org/drawingml/2006/main">
              <a:ext uri="{FF2B5EF4-FFF2-40B4-BE49-F238E27FC236}">
                <a16:creationId xmlns:a16="http://schemas.microsoft.com/office/drawing/2014/main" id="{86CB7699-1C02-427E-BA45-B33A0229701D}"/>
              </a:ext>
            </a:extLst>
          </p:cNvPr>
          <p:cNvSpPr>
            <a:spLocks xmlns:a="http://schemas.openxmlformats.org/drawingml/2006/main" noGrp="1"/>
          </p:cNvSpPr>
          <p:nvPr/>
        </p:nvSpPr>
        <p:spPr>
          <a:xfrm xmlns:a="http://schemas.openxmlformats.org/drawingml/2006/main">
            <a:off x="628650" y="1323975"/>
            <a:ext cx="10915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91919"/>
                </a:solidFill>
                <a:latin typeface="Arial"/>
                <a:ea typeface="Arial"/>
                <a:cs typeface="Arial"/>
              </a:defRPr>
            </a:pPr>
            <a:r>
              <a:rPr sz="2100" b="0">
                <a:solidFill>
                  <a:srgbClr val="191919"/>
                </a:solidFill>
                <a:latin typeface="Arial"/>
                <a:ea typeface="Arial"/>
                <a:cs typeface="Arial"/>
              </a:rPr>
              <a:t>Small design choices can change what we notice and feel.</a:t>
            </a:r>
          </a:p>
        </p:txBody>
      </p:sp>
      <p:sp>
        <p:nvSpPr>
          <p:cNvPr id="3" name="circle">
            <a:extLst xmlns:a="http://schemas.openxmlformats.org/drawingml/2006/main">
              <a:ext uri="{FF2B5EF4-FFF2-40B4-BE49-F238E27FC236}">
                <a16:creationId xmlns:a16="http://schemas.microsoft.com/office/drawing/2014/main" id="{123E99CE-A580-4BFA-8364-FD6AADE93288}"/>
              </a:ext>
            </a:extLst>
          </p:cNvPr>
          <p:cNvSpPr>
            <a:spLocks xmlns:a="http://schemas.openxmlformats.org/drawingml/2006/main" noGrp="1"/>
          </p:cNvSpPr>
          <p:nvPr/>
        </p:nvSpPr>
        <p:spPr>
          <a:xfrm xmlns:a="http://schemas.openxmlformats.org/drawingml/2006/main">
            <a:off x="762000" y="3048000"/>
            <a:ext cx="247650" cy="247650"/>
          </a:xfrm>
          <a:prstGeom xmlns:a="http://schemas.openxmlformats.org/drawingml/2006/main" prst="ellipse">
            <a:avLst/>
          </a:prstGeom>
          <a:solidFill xmlns:a="http://schemas.openxmlformats.org/drawingml/2006/main">
            <a:srgbClr val="191919"/>
          </a:solidFill>
          <a:ln xmlns:a="http://schemas.openxmlformats.org/drawingml/2006/main" w="0">
            <a:noFill/>
          </a:ln>
        </p:spPr>
      </p:sp>
      <p:sp>
        <p:nvSpPr>
          <p:cNvPr id="4" name="circle">
            <a:extLst xmlns:a="http://schemas.openxmlformats.org/drawingml/2006/main">
              <a:ext uri="{FF2B5EF4-FFF2-40B4-BE49-F238E27FC236}">
                <a16:creationId xmlns:a16="http://schemas.microsoft.com/office/drawing/2014/main" id="{1854C2CF-5220-4E3B-8087-ED43B4E967B9}"/>
              </a:ext>
            </a:extLst>
          </p:cNvPr>
          <p:cNvSpPr>
            <a:spLocks xmlns:a="http://schemas.openxmlformats.org/drawingml/2006/main" noGrp="1"/>
          </p:cNvSpPr>
          <p:nvPr/>
        </p:nvSpPr>
        <p:spPr>
          <a:xfrm xmlns:a="http://schemas.openxmlformats.org/drawingml/2006/main">
            <a:off x="1171575" y="2886075"/>
            <a:ext cx="571500" cy="571500"/>
          </a:xfrm>
          <a:prstGeom xmlns:a="http://schemas.openxmlformats.org/drawingml/2006/main" prst="ellipse">
            <a:avLst/>
          </a:prstGeom>
          <a:solidFill xmlns:a="http://schemas.openxmlformats.org/drawingml/2006/main">
            <a:srgbClr val="191919"/>
          </a:solidFill>
          <a:ln xmlns:a="http://schemas.openxmlformats.org/drawingml/2006/main" w="0">
            <a:noFill/>
          </a:ln>
        </p:spPr>
      </p:sp>
      <p:sp>
        <p:nvSpPr>
          <p:cNvPr id="5" name="circle">
            <a:extLst xmlns:a="http://schemas.openxmlformats.org/drawingml/2006/main">
              <a:ext uri="{FF2B5EF4-FFF2-40B4-BE49-F238E27FC236}">
                <a16:creationId xmlns:a16="http://schemas.microsoft.com/office/drawing/2014/main" id="{DBE3C6FB-647B-4A48-98C3-B0DF55FB6813}"/>
              </a:ext>
            </a:extLst>
          </p:cNvPr>
          <p:cNvSpPr>
            <a:spLocks xmlns:a="http://schemas.openxmlformats.org/drawingml/2006/main" noGrp="1"/>
          </p:cNvSpPr>
          <p:nvPr/>
        </p:nvSpPr>
        <p:spPr>
          <a:xfrm xmlns:a="http://schemas.openxmlformats.org/drawingml/2006/main">
            <a:off x="1876425" y="2667000"/>
            <a:ext cx="933450" cy="933450"/>
          </a:xfrm>
          <a:prstGeom xmlns:a="http://schemas.openxmlformats.org/drawingml/2006/main" prst="ellipse">
            <a:avLst/>
          </a:prstGeom>
          <a:solidFill xmlns:a="http://schemas.openxmlformats.org/drawingml/2006/main">
            <a:srgbClr val="191919"/>
          </a:solidFill>
          <a:ln xmlns:a="http://schemas.openxmlformats.org/drawingml/2006/main" w="0">
            <a:noFill/>
          </a:ln>
        </p:spPr>
      </p:sp>
      <p:sp>
        <p:nvSpPr>
          <p:cNvPr id="6" name="circle">
            <a:extLst xmlns:a="http://schemas.openxmlformats.org/drawingml/2006/main">
              <a:ext uri="{FF2B5EF4-FFF2-40B4-BE49-F238E27FC236}">
                <a16:creationId xmlns:a16="http://schemas.microsoft.com/office/drawing/2014/main" id="{16ACF645-2991-4727-AAB1-BFB5944B7BB5}"/>
              </a:ext>
            </a:extLst>
          </p:cNvPr>
          <p:cNvSpPr>
            <a:spLocks xmlns:a="http://schemas.openxmlformats.org/drawingml/2006/main" noGrp="1"/>
          </p:cNvSpPr>
          <p:nvPr/>
        </p:nvSpPr>
        <p:spPr>
          <a:xfrm xmlns:a="http://schemas.openxmlformats.org/drawingml/2006/main">
            <a:off x="3095625" y="3038475"/>
            <a:ext cx="171450" cy="171450"/>
          </a:xfrm>
          <a:prstGeom xmlns:a="http://schemas.openxmlformats.org/drawingml/2006/main" prst="ellipse">
            <a:avLst/>
          </a:prstGeom>
          <a:solidFill xmlns:a="http://schemas.openxmlformats.org/drawingml/2006/main">
            <a:srgbClr val="191919"/>
          </a:solidFill>
          <a:ln xmlns:a="http://schemas.openxmlformats.org/drawingml/2006/main" w="0">
            <a:noFill/>
          </a:ln>
        </p:spPr>
      </p:sp>
      <p:sp>
        <p:nvSpPr>
          <p:cNvPr id="7" name="circle">
            <a:extLst xmlns:a="http://schemas.openxmlformats.org/drawingml/2006/main">
              <a:ext uri="{FF2B5EF4-FFF2-40B4-BE49-F238E27FC236}">
                <a16:creationId xmlns:a16="http://schemas.microsoft.com/office/drawing/2014/main" id="{CC86ADF2-9B6F-46B4-8955-36583F7B9647}"/>
              </a:ext>
            </a:extLst>
          </p:cNvPr>
          <p:cNvSpPr>
            <a:spLocks xmlns:a="http://schemas.openxmlformats.org/drawingml/2006/main" noGrp="1"/>
          </p:cNvSpPr>
          <p:nvPr/>
        </p:nvSpPr>
        <p:spPr>
          <a:xfrm xmlns:a="http://schemas.openxmlformats.org/drawingml/2006/main">
            <a:off x="3305175" y="3038475"/>
            <a:ext cx="171450" cy="171450"/>
          </a:xfrm>
          <a:prstGeom xmlns:a="http://schemas.openxmlformats.org/drawingml/2006/main" prst="ellipse">
            <a:avLst/>
          </a:prstGeom>
          <a:solidFill xmlns:a="http://schemas.openxmlformats.org/drawingml/2006/main">
            <a:srgbClr val="191919"/>
          </a:solidFill>
          <a:ln xmlns:a="http://schemas.openxmlformats.org/drawingml/2006/main" w="0">
            <a:noFill/>
          </a:ln>
        </p:spPr>
      </p:sp>
      <p:sp>
        <p:nvSpPr>
          <p:cNvPr id="8" name="circle">
            <a:extLst xmlns:a="http://schemas.openxmlformats.org/drawingml/2006/main">
              <a:ext uri="{FF2B5EF4-FFF2-40B4-BE49-F238E27FC236}">
                <a16:creationId xmlns:a16="http://schemas.microsoft.com/office/drawing/2014/main" id="{CAA08C25-3B9A-4CB1-8752-91DFE32F2044}"/>
              </a:ext>
            </a:extLst>
          </p:cNvPr>
          <p:cNvSpPr>
            <a:spLocks xmlns:a="http://schemas.openxmlformats.org/drawingml/2006/main" noGrp="1"/>
          </p:cNvSpPr>
          <p:nvPr/>
        </p:nvSpPr>
        <p:spPr>
          <a:xfrm xmlns:a="http://schemas.openxmlformats.org/drawingml/2006/main">
            <a:off x="3514725" y="3038475"/>
            <a:ext cx="171450" cy="171450"/>
          </a:xfrm>
          <a:prstGeom xmlns:a="http://schemas.openxmlformats.org/drawingml/2006/main" prst="ellipse">
            <a:avLst/>
          </a:prstGeom>
          <a:solidFill xmlns:a="http://schemas.openxmlformats.org/drawingml/2006/main">
            <a:srgbClr val="191919"/>
          </a:solidFill>
          <a:ln xmlns:a="http://schemas.openxmlformats.org/drawingml/2006/main" w="0">
            <a:noFill/>
          </a:ln>
        </p:spPr>
      </p:sp>
      <p:sp>
        <p:nvSpPr>
          <p:cNvPr id="9" name="circle">
            <a:extLst xmlns:a="http://schemas.openxmlformats.org/drawingml/2006/main">
              <a:ext uri="{FF2B5EF4-FFF2-40B4-BE49-F238E27FC236}">
                <a16:creationId xmlns:a16="http://schemas.microsoft.com/office/drawing/2014/main" id="{EBC13429-6AC6-44E1-816B-71A9A85AC18B}"/>
              </a:ext>
            </a:extLst>
          </p:cNvPr>
          <p:cNvSpPr>
            <a:spLocks xmlns:a="http://schemas.openxmlformats.org/drawingml/2006/main" noGrp="1"/>
          </p:cNvSpPr>
          <p:nvPr/>
        </p:nvSpPr>
        <p:spPr>
          <a:xfrm xmlns:a="http://schemas.openxmlformats.org/drawingml/2006/main">
            <a:off x="3933825" y="3038475"/>
            <a:ext cx="171450" cy="171450"/>
          </a:xfrm>
          <a:prstGeom xmlns:a="http://schemas.openxmlformats.org/drawingml/2006/main" prst="ellipse">
            <a:avLst/>
          </a:prstGeom>
          <a:solidFill xmlns:a="http://schemas.openxmlformats.org/drawingml/2006/main">
            <a:srgbClr val="191919"/>
          </a:solidFill>
          <a:ln xmlns:a="http://schemas.openxmlformats.org/drawingml/2006/main" w="0">
            <a:noFill/>
          </a:ln>
        </p:spPr>
      </p:sp>
      <p:sp>
        <p:nvSpPr>
          <p:cNvPr id="10" name="circle">
            <a:extLst xmlns:a="http://schemas.openxmlformats.org/drawingml/2006/main">
              <a:ext uri="{FF2B5EF4-FFF2-40B4-BE49-F238E27FC236}">
                <a16:creationId xmlns:a16="http://schemas.microsoft.com/office/drawing/2014/main" id="{BE564D96-A614-47C4-BC59-9907011D1F45}"/>
              </a:ext>
            </a:extLst>
          </p:cNvPr>
          <p:cNvSpPr>
            <a:spLocks xmlns:a="http://schemas.openxmlformats.org/drawingml/2006/main" noGrp="1"/>
          </p:cNvSpPr>
          <p:nvPr/>
        </p:nvSpPr>
        <p:spPr>
          <a:xfrm xmlns:a="http://schemas.openxmlformats.org/drawingml/2006/main">
            <a:off x="4352925" y="3038475"/>
            <a:ext cx="171450" cy="171450"/>
          </a:xfrm>
          <a:prstGeom xmlns:a="http://schemas.openxmlformats.org/drawingml/2006/main" prst="ellipse">
            <a:avLst/>
          </a:prstGeom>
          <a:solidFill xmlns:a="http://schemas.openxmlformats.org/drawingml/2006/main">
            <a:srgbClr val="191919"/>
          </a:solidFill>
          <a:ln xmlns:a="http://schemas.openxmlformats.org/drawingml/2006/main" w="0">
            <a:noFill/>
          </a:ln>
        </p:spPr>
      </p:sp>
      <p:sp>
        <p:nvSpPr>
          <p:cNvPr id="11" name="curved line">
            <a:extLst xmlns:a="http://schemas.openxmlformats.org/drawingml/2006/main">
              <a:ext uri="{FF2B5EF4-FFF2-40B4-BE49-F238E27FC236}">
                <a16:creationId xmlns:a16="http://schemas.microsoft.com/office/drawing/2014/main" id="{0FBC7251-4D7A-4536-B629-9268D144FF89}"/>
              </a:ext>
            </a:extLst>
          </p:cNvPr>
          <p:cNvSpPr>
            <a:spLocks xmlns:a="http://schemas.openxmlformats.org/drawingml/2006/main" noGrp="1"/>
          </p:cNvSpPr>
          <p:nvPr/>
        </p:nvSpPr>
        <p:spPr>
          <a:xfrm xmlns:a="http://schemas.openxmlformats.org/drawingml/2006/main">
            <a:off x="5334000" y="2609850"/>
            <a:ext cx="1638300" cy="209550"/>
          </a:xfrm>
          <a:custGeom xmlns:a="http://schemas.openxmlformats.org/drawingml/2006/main">
            <a:pathLst>
              <a:path w="1638300" h="209550">
                <a:moveTo>
                  <a:pt x="0" y="104775"/>
                </a:moveTo>
                <a:lnTo>
                  <a:pt x="22139" y="112950"/>
                </a:lnTo>
                <a:lnTo>
                  <a:pt x="44278" y="121065"/>
                </a:lnTo>
                <a:lnTo>
                  <a:pt x="66418" y="129064"/>
                </a:lnTo>
                <a:lnTo>
                  <a:pt x="88557" y="136887"/>
                </a:lnTo>
                <a:lnTo>
                  <a:pt x="110696" y="144479"/>
                </a:lnTo>
                <a:lnTo>
                  <a:pt x="132835" y="151785"/>
                </a:lnTo>
                <a:lnTo>
                  <a:pt x="154974" y="158753"/>
                </a:lnTo>
                <a:lnTo>
                  <a:pt x="177114" y="165331"/>
                </a:lnTo>
                <a:lnTo>
                  <a:pt x="199253" y="171473"/>
                </a:lnTo>
                <a:lnTo>
                  <a:pt x="221392" y="177135"/>
                </a:lnTo>
                <a:lnTo>
                  <a:pt x="243531" y="182275"/>
                </a:lnTo>
                <a:lnTo>
                  <a:pt x="265670" y="186856"/>
                </a:lnTo>
                <a:lnTo>
                  <a:pt x="287809" y="190847"/>
                </a:lnTo>
                <a:lnTo>
                  <a:pt x="309949" y="194217"/>
                </a:lnTo>
                <a:lnTo>
                  <a:pt x="332088" y="196943"/>
                </a:lnTo>
                <a:lnTo>
                  <a:pt x="354227" y="199004"/>
                </a:lnTo>
                <a:lnTo>
                  <a:pt x="376366" y="200387"/>
                </a:lnTo>
                <a:lnTo>
                  <a:pt x="398505" y="201081"/>
                </a:lnTo>
                <a:lnTo>
                  <a:pt x="420645" y="201081"/>
                </a:lnTo>
                <a:lnTo>
                  <a:pt x="442784" y="200387"/>
                </a:lnTo>
                <a:lnTo>
                  <a:pt x="464923" y="199004"/>
                </a:lnTo>
                <a:lnTo>
                  <a:pt x="487062" y="196943"/>
                </a:lnTo>
                <a:lnTo>
                  <a:pt x="509201" y="194217"/>
                </a:lnTo>
                <a:lnTo>
                  <a:pt x="531341" y="190847"/>
                </a:lnTo>
                <a:lnTo>
                  <a:pt x="553480" y="186856"/>
                </a:lnTo>
                <a:lnTo>
                  <a:pt x="575619" y="182275"/>
                </a:lnTo>
                <a:lnTo>
                  <a:pt x="597758" y="177135"/>
                </a:lnTo>
                <a:lnTo>
                  <a:pt x="619897" y="171473"/>
                </a:lnTo>
                <a:lnTo>
                  <a:pt x="642036" y="165331"/>
                </a:lnTo>
                <a:lnTo>
                  <a:pt x="664176" y="158753"/>
                </a:lnTo>
                <a:lnTo>
                  <a:pt x="686315" y="151785"/>
                </a:lnTo>
                <a:lnTo>
                  <a:pt x="708454" y="144479"/>
                </a:lnTo>
                <a:lnTo>
                  <a:pt x="730593" y="136887"/>
                </a:lnTo>
                <a:lnTo>
                  <a:pt x="752732" y="129064"/>
                </a:lnTo>
                <a:lnTo>
                  <a:pt x="774872" y="121065"/>
                </a:lnTo>
                <a:lnTo>
                  <a:pt x="797011" y="112950"/>
                </a:lnTo>
                <a:lnTo>
                  <a:pt x="819150" y="104775"/>
                </a:lnTo>
                <a:lnTo>
                  <a:pt x="841289" y="96600"/>
                </a:lnTo>
                <a:lnTo>
                  <a:pt x="863428" y="88485"/>
                </a:lnTo>
                <a:lnTo>
                  <a:pt x="885568" y="80486"/>
                </a:lnTo>
                <a:lnTo>
                  <a:pt x="907707" y="72663"/>
                </a:lnTo>
                <a:lnTo>
                  <a:pt x="929846" y="65071"/>
                </a:lnTo>
                <a:lnTo>
                  <a:pt x="951985" y="57765"/>
                </a:lnTo>
                <a:lnTo>
                  <a:pt x="974124" y="50797"/>
                </a:lnTo>
                <a:lnTo>
                  <a:pt x="996264" y="44219"/>
                </a:lnTo>
                <a:lnTo>
                  <a:pt x="1018403" y="38077"/>
                </a:lnTo>
                <a:lnTo>
                  <a:pt x="1040542" y="32415"/>
                </a:lnTo>
                <a:lnTo>
                  <a:pt x="1062681" y="27275"/>
                </a:lnTo>
                <a:lnTo>
                  <a:pt x="1084820" y="22694"/>
                </a:lnTo>
                <a:lnTo>
                  <a:pt x="1106959" y="18703"/>
                </a:lnTo>
                <a:lnTo>
                  <a:pt x="1129099" y="15333"/>
                </a:lnTo>
                <a:lnTo>
                  <a:pt x="1151238" y="12607"/>
                </a:lnTo>
                <a:lnTo>
                  <a:pt x="1173377" y="10546"/>
                </a:lnTo>
                <a:lnTo>
                  <a:pt x="1195516" y="9163"/>
                </a:lnTo>
                <a:lnTo>
                  <a:pt x="1217655" y="8469"/>
                </a:lnTo>
                <a:lnTo>
                  <a:pt x="1239795" y="8469"/>
                </a:lnTo>
                <a:lnTo>
                  <a:pt x="1261934" y="9163"/>
                </a:lnTo>
                <a:lnTo>
                  <a:pt x="1284073" y="10546"/>
                </a:lnTo>
                <a:lnTo>
                  <a:pt x="1306212" y="12607"/>
                </a:lnTo>
                <a:lnTo>
                  <a:pt x="1328351" y="15333"/>
                </a:lnTo>
                <a:lnTo>
                  <a:pt x="1350491" y="18703"/>
                </a:lnTo>
                <a:lnTo>
                  <a:pt x="1372630" y="22694"/>
                </a:lnTo>
                <a:lnTo>
                  <a:pt x="1394769" y="27275"/>
                </a:lnTo>
                <a:lnTo>
                  <a:pt x="1416908" y="32415"/>
                </a:lnTo>
                <a:lnTo>
                  <a:pt x="1439047" y="38077"/>
                </a:lnTo>
                <a:lnTo>
                  <a:pt x="1461186" y="44219"/>
                </a:lnTo>
                <a:lnTo>
                  <a:pt x="1483326" y="50797"/>
                </a:lnTo>
                <a:lnTo>
                  <a:pt x="1505465" y="57765"/>
                </a:lnTo>
                <a:lnTo>
                  <a:pt x="1527604" y="65071"/>
                </a:lnTo>
                <a:lnTo>
                  <a:pt x="1549743" y="72663"/>
                </a:lnTo>
                <a:lnTo>
                  <a:pt x="1571882" y="80486"/>
                </a:lnTo>
                <a:lnTo>
                  <a:pt x="1594022" y="88485"/>
                </a:lnTo>
                <a:lnTo>
                  <a:pt x="1616161" y="96600"/>
                </a:lnTo>
                <a:lnTo>
                  <a:pt x="1638300" y="104775"/>
                </a:lnTo>
              </a:path>
            </a:pathLst>
          </a:custGeom>
          <a:noFill xmlns:a="http://schemas.openxmlformats.org/drawingml/2006/main"/>
          <a:ln xmlns:a="http://schemas.openxmlformats.org/drawingml/2006/main" w="47625">
            <a:solidFill>
              <a:srgbClr val="191919"/>
            </a:solidFill>
          </a:ln>
        </p:spPr>
      </p:sp>
      <p:sp>
        <p:nvSpPr>
          <p:cNvPr id="12" name="curved line">
            <a:extLst xmlns:a="http://schemas.openxmlformats.org/drawingml/2006/main">
              <a:ext uri="{FF2B5EF4-FFF2-40B4-BE49-F238E27FC236}">
                <a16:creationId xmlns:a16="http://schemas.microsoft.com/office/drawing/2014/main" id="{35626BC3-02AF-4021-A593-889536684270}"/>
              </a:ext>
            </a:extLst>
          </p:cNvPr>
          <p:cNvSpPr>
            <a:spLocks xmlns:a="http://schemas.openxmlformats.org/drawingml/2006/main" noGrp="1"/>
          </p:cNvSpPr>
          <p:nvPr/>
        </p:nvSpPr>
        <p:spPr>
          <a:xfrm xmlns:a="http://schemas.openxmlformats.org/drawingml/2006/main">
            <a:off x="5334000" y="3162300"/>
            <a:ext cx="1638300" cy="209550"/>
          </a:xfrm>
          <a:custGeom xmlns:a="http://schemas.openxmlformats.org/drawingml/2006/main">
            <a:pathLst>
              <a:path w="1638300" h="209550">
                <a:moveTo>
                  <a:pt x="0" y="104775"/>
                </a:moveTo>
                <a:lnTo>
                  <a:pt x="22139" y="112950"/>
                </a:lnTo>
                <a:lnTo>
                  <a:pt x="44278" y="121065"/>
                </a:lnTo>
                <a:lnTo>
                  <a:pt x="66418" y="129064"/>
                </a:lnTo>
                <a:lnTo>
                  <a:pt x="88557" y="136887"/>
                </a:lnTo>
                <a:lnTo>
                  <a:pt x="110696" y="144479"/>
                </a:lnTo>
                <a:lnTo>
                  <a:pt x="132835" y="151785"/>
                </a:lnTo>
                <a:lnTo>
                  <a:pt x="154974" y="158753"/>
                </a:lnTo>
                <a:lnTo>
                  <a:pt x="177114" y="165331"/>
                </a:lnTo>
                <a:lnTo>
                  <a:pt x="199253" y="171473"/>
                </a:lnTo>
                <a:lnTo>
                  <a:pt x="221392" y="177135"/>
                </a:lnTo>
                <a:lnTo>
                  <a:pt x="243531" y="182275"/>
                </a:lnTo>
                <a:lnTo>
                  <a:pt x="265670" y="186856"/>
                </a:lnTo>
                <a:lnTo>
                  <a:pt x="287809" y="190847"/>
                </a:lnTo>
                <a:lnTo>
                  <a:pt x="309949" y="194217"/>
                </a:lnTo>
                <a:lnTo>
                  <a:pt x="332088" y="196943"/>
                </a:lnTo>
                <a:lnTo>
                  <a:pt x="354227" y="199004"/>
                </a:lnTo>
                <a:lnTo>
                  <a:pt x="376366" y="200387"/>
                </a:lnTo>
                <a:lnTo>
                  <a:pt x="398505" y="201081"/>
                </a:lnTo>
                <a:lnTo>
                  <a:pt x="420645" y="201081"/>
                </a:lnTo>
                <a:lnTo>
                  <a:pt x="442784" y="200387"/>
                </a:lnTo>
                <a:lnTo>
                  <a:pt x="464923" y="199004"/>
                </a:lnTo>
                <a:lnTo>
                  <a:pt x="487062" y="196943"/>
                </a:lnTo>
                <a:lnTo>
                  <a:pt x="509201" y="194217"/>
                </a:lnTo>
                <a:lnTo>
                  <a:pt x="531341" y="190847"/>
                </a:lnTo>
                <a:lnTo>
                  <a:pt x="553480" y="186856"/>
                </a:lnTo>
                <a:lnTo>
                  <a:pt x="575619" y="182275"/>
                </a:lnTo>
                <a:lnTo>
                  <a:pt x="597758" y="177135"/>
                </a:lnTo>
                <a:lnTo>
                  <a:pt x="619897" y="171473"/>
                </a:lnTo>
                <a:lnTo>
                  <a:pt x="642036" y="165331"/>
                </a:lnTo>
                <a:lnTo>
                  <a:pt x="664176" y="158753"/>
                </a:lnTo>
                <a:lnTo>
                  <a:pt x="686315" y="151785"/>
                </a:lnTo>
                <a:lnTo>
                  <a:pt x="708454" y="144479"/>
                </a:lnTo>
                <a:lnTo>
                  <a:pt x="730593" y="136887"/>
                </a:lnTo>
                <a:lnTo>
                  <a:pt x="752732" y="129064"/>
                </a:lnTo>
                <a:lnTo>
                  <a:pt x="774872" y="121065"/>
                </a:lnTo>
                <a:lnTo>
                  <a:pt x="797011" y="112950"/>
                </a:lnTo>
                <a:lnTo>
                  <a:pt x="819150" y="104775"/>
                </a:lnTo>
                <a:lnTo>
                  <a:pt x="841289" y="96600"/>
                </a:lnTo>
                <a:lnTo>
                  <a:pt x="863428" y="88485"/>
                </a:lnTo>
                <a:lnTo>
                  <a:pt x="885568" y="80486"/>
                </a:lnTo>
                <a:lnTo>
                  <a:pt x="907707" y="72663"/>
                </a:lnTo>
                <a:lnTo>
                  <a:pt x="929846" y="65071"/>
                </a:lnTo>
                <a:lnTo>
                  <a:pt x="951985" y="57765"/>
                </a:lnTo>
                <a:lnTo>
                  <a:pt x="974124" y="50797"/>
                </a:lnTo>
                <a:lnTo>
                  <a:pt x="996264" y="44219"/>
                </a:lnTo>
                <a:lnTo>
                  <a:pt x="1018403" y="38077"/>
                </a:lnTo>
                <a:lnTo>
                  <a:pt x="1040542" y="32415"/>
                </a:lnTo>
                <a:lnTo>
                  <a:pt x="1062681" y="27275"/>
                </a:lnTo>
                <a:lnTo>
                  <a:pt x="1084820" y="22694"/>
                </a:lnTo>
                <a:lnTo>
                  <a:pt x="1106959" y="18703"/>
                </a:lnTo>
                <a:lnTo>
                  <a:pt x="1129099" y="15333"/>
                </a:lnTo>
                <a:lnTo>
                  <a:pt x="1151238" y="12607"/>
                </a:lnTo>
                <a:lnTo>
                  <a:pt x="1173377" y="10546"/>
                </a:lnTo>
                <a:lnTo>
                  <a:pt x="1195516" y="9163"/>
                </a:lnTo>
                <a:lnTo>
                  <a:pt x="1217655" y="8469"/>
                </a:lnTo>
                <a:lnTo>
                  <a:pt x="1239795" y="8469"/>
                </a:lnTo>
                <a:lnTo>
                  <a:pt x="1261934" y="9163"/>
                </a:lnTo>
                <a:lnTo>
                  <a:pt x="1284073" y="10546"/>
                </a:lnTo>
                <a:lnTo>
                  <a:pt x="1306212" y="12607"/>
                </a:lnTo>
                <a:lnTo>
                  <a:pt x="1328351" y="15333"/>
                </a:lnTo>
                <a:lnTo>
                  <a:pt x="1350491" y="18703"/>
                </a:lnTo>
                <a:lnTo>
                  <a:pt x="1372630" y="22694"/>
                </a:lnTo>
                <a:lnTo>
                  <a:pt x="1394769" y="27275"/>
                </a:lnTo>
                <a:lnTo>
                  <a:pt x="1416908" y="32415"/>
                </a:lnTo>
                <a:lnTo>
                  <a:pt x="1439047" y="38077"/>
                </a:lnTo>
                <a:lnTo>
                  <a:pt x="1461186" y="44219"/>
                </a:lnTo>
                <a:lnTo>
                  <a:pt x="1483326" y="50797"/>
                </a:lnTo>
                <a:lnTo>
                  <a:pt x="1505465" y="57765"/>
                </a:lnTo>
                <a:lnTo>
                  <a:pt x="1527604" y="65071"/>
                </a:lnTo>
                <a:lnTo>
                  <a:pt x="1549743" y="72663"/>
                </a:lnTo>
                <a:lnTo>
                  <a:pt x="1571882" y="80486"/>
                </a:lnTo>
                <a:lnTo>
                  <a:pt x="1594022" y="88485"/>
                </a:lnTo>
                <a:lnTo>
                  <a:pt x="1616161" y="96600"/>
                </a:lnTo>
                <a:lnTo>
                  <a:pt x="1638300" y="104775"/>
                </a:lnTo>
              </a:path>
            </a:pathLst>
          </a:custGeom>
          <a:noFill xmlns:a="http://schemas.openxmlformats.org/drawingml/2006/main"/>
          <a:ln xmlns:a="http://schemas.openxmlformats.org/drawingml/2006/main" w="47625">
            <a:solidFill>
              <a:srgbClr val="191919"/>
            </a:solidFill>
          </a:ln>
        </p:spPr>
      </p:sp>
      <p:sp>
        <p:nvSpPr>
          <p:cNvPr id="13" name="curved line">
            <a:extLst xmlns:a="http://schemas.openxmlformats.org/drawingml/2006/main">
              <a:ext uri="{FF2B5EF4-FFF2-40B4-BE49-F238E27FC236}">
                <a16:creationId xmlns:a16="http://schemas.microsoft.com/office/drawing/2014/main" id="{57E9F978-E21E-4587-B603-BE51A0471546}"/>
              </a:ext>
            </a:extLst>
          </p:cNvPr>
          <p:cNvSpPr>
            <a:spLocks xmlns:a="http://schemas.openxmlformats.org/drawingml/2006/main" noGrp="1"/>
          </p:cNvSpPr>
          <p:nvPr/>
        </p:nvSpPr>
        <p:spPr>
          <a:xfrm xmlns:a="http://schemas.openxmlformats.org/drawingml/2006/main">
            <a:off x="5334000" y="3714750"/>
            <a:ext cx="1638300" cy="209550"/>
          </a:xfrm>
          <a:custGeom xmlns:a="http://schemas.openxmlformats.org/drawingml/2006/main">
            <a:pathLst>
              <a:path w="1638300" h="209550">
                <a:moveTo>
                  <a:pt x="0" y="104775"/>
                </a:moveTo>
                <a:lnTo>
                  <a:pt x="22139" y="112950"/>
                </a:lnTo>
                <a:lnTo>
                  <a:pt x="44278" y="121065"/>
                </a:lnTo>
                <a:lnTo>
                  <a:pt x="66418" y="129064"/>
                </a:lnTo>
                <a:lnTo>
                  <a:pt x="88557" y="136887"/>
                </a:lnTo>
                <a:lnTo>
                  <a:pt x="110696" y="144479"/>
                </a:lnTo>
                <a:lnTo>
                  <a:pt x="132835" y="151785"/>
                </a:lnTo>
                <a:lnTo>
                  <a:pt x="154974" y="158753"/>
                </a:lnTo>
                <a:lnTo>
                  <a:pt x="177114" y="165331"/>
                </a:lnTo>
                <a:lnTo>
                  <a:pt x="199253" y="171473"/>
                </a:lnTo>
                <a:lnTo>
                  <a:pt x="221392" y="177135"/>
                </a:lnTo>
                <a:lnTo>
                  <a:pt x="243531" y="182275"/>
                </a:lnTo>
                <a:lnTo>
                  <a:pt x="265670" y="186856"/>
                </a:lnTo>
                <a:lnTo>
                  <a:pt x="287809" y="190847"/>
                </a:lnTo>
                <a:lnTo>
                  <a:pt x="309949" y="194217"/>
                </a:lnTo>
                <a:lnTo>
                  <a:pt x="332088" y="196943"/>
                </a:lnTo>
                <a:lnTo>
                  <a:pt x="354227" y="199004"/>
                </a:lnTo>
                <a:lnTo>
                  <a:pt x="376366" y="200387"/>
                </a:lnTo>
                <a:lnTo>
                  <a:pt x="398505" y="201081"/>
                </a:lnTo>
                <a:lnTo>
                  <a:pt x="420645" y="201081"/>
                </a:lnTo>
                <a:lnTo>
                  <a:pt x="442784" y="200387"/>
                </a:lnTo>
                <a:lnTo>
                  <a:pt x="464923" y="199004"/>
                </a:lnTo>
                <a:lnTo>
                  <a:pt x="487062" y="196943"/>
                </a:lnTo>
                <a:lnTo>
                  <a:pt x="509201" y="194217"/>
                </a:lnTo>
                <a:lnTo>
                  <a:pt x="531341" y="190847"/>
                </a:lnTo>
                <a:lnTo>
                  <a:pt x="553480" y="186856"/>
                </a:lnTo>
                <a:lnTo>
                  <a:pt x="575619" y="182275"/>
                </a:lnTo>
                <a:lnTo>
                  <a:pt x="597758" y="177135"/>
                </a:lnTo>
                <a:lnTo>
                  <a:pt x="619897" y="171473"/>
                </a:lnTo>
                <a:lnTo>
                  <a:pt x="642036" y="165331"/>
                </a:lnTo>
                <a:lnTo>
                  <a:pt x="664176" y="158753"/>
                </a:lnTo>
                <a:lnTo>
                  <a:pt x="686315" y="151785"/>
                </a:lnTo>
                <a:lnTo>
                  <a:pt x="708454" y="144479"/>
                </a:lnTo>
                <a:lnTo>
                  <a:pt x="730593" y="136887"/>
                </a:lnTo>
                <a:lnTo>
                  <a:pt x="752732" y="129064"/>
                </a:lnTo>
                <a:lnTo>
                  <a:pt x="774872" y="121065"/>
                </a:lnTo>
                <a:lnTo>
                  <a:pt x="797011" y="112950"/>
                </a:lnTo>
                <a:lnTo>
                  <a:pt x="819150" y="104775"/>
                </a:lnTo>
                <a:lnTo>
                  <a:pt x="841289" y="96600"/>
                </a:lnTo>
                <a:lnTo>
                  <a:pt x="863428" y="88485"/>
                </a:lnTo>
                <a:lnTo>
                  <a:pt x="885568" y="80486"/>
                </a:lnTo>
                <a:lnTo>
                  <a:pt x="907707" y="72663"/>
                </a:lnTo>
                <a:lnTo>
                  <a:pt x="929846" y="65071"/>
                </a:lnTo>
                <a:lnTo>
                  <a:pt x="951985" y="57765"/>
                </a:lnTo>
                <a:lnTo>
                  <a:pt x="974124" y="50797"/>
                </a:lnTo>
                <a:lnTo>
                  <a:pt x="996264" y="44219"/>
                </a:lnTo>
                <a:lnTo>
                  <a:pt x="1018403" y="38077"/>
                </a:lnTo>
                <a:lnTo>
                  <a:pt x="1040542" y="32415"/>
                </a:lnTo>
                <a:lnTo>
                  <a:pt x="1062681" y="27275"/>
                </a:lnTo>
                <a:lnTo>
                  <a:pt x="1084820" y="22694"/>
                </a:lnTo>
                <a:lnTo>
                  <a:pt x="1106959" y="18703"/>
                </a:lnTo>
                <a:lnTo>
                  <a:pt x="1129099" y="15333"/>
                </a:lnTo>
                <a:lnTo>
                  <a:pt x="1151238" y="12607"/>
                </a:lnTo>
                <a:lnTo>
                  <a:pt x="1173377" y="10546"/>
                </a:lnTo>
                <a:lnTo>
                  <a:pt x="1195516" y="9163"/>
                </a:lnTo>
                <a:lnTo>
                  <a:pt x="1217655" y="8469"/>
                </a:lnTo>
                <a:lnTo>
                  <a:pt x="1239795" y="8469"/>
                </a:lnTo>
                <a:lnTo>
                  <a:pt x="1261934" y="9163"/>
                </a:lnTo>
                <a:lnTo>
                  <a:pt x="1284073" y="10546"/>
                </a:lnTo>
                <a:lnTo>
                  <a:pt x="1306212" y="12607"/>
                </a:lnTo>
                <a:lnTo>
                  <a:pt x="1328351" y="15333"/>
                </a:lnTo>
                <a:lnTo>
                  <a:pt x="1350491" y="18703"/>
                </a:lnTo>
                <a:lnTo>
                  <a:pt x="1372630" y="22694"/>
                </a:lnTo>
                <a:lnTo>
                  <a:pt x="1394769" y="27275"/>
                </a:lnTo>
                <a:lnTo>
                  <a:pt x="1416908" y="32415"/>
                </a:lnTo>
                <a:lnTo>
                  <a:pt x="1439047" y="38077"/>
                </a:lnTo>
                <a:lnTo>
                  <a:pt x="1461186" y="44219"/>
                </a:lnTo>
                <a:lnTo>
                  <a:pt x="1483326" y="50797"/>
                </a:lnTo>
                <a:lnTo>
                  <a:pt x="1505465" y="57765"/>
                </a:lnTo>
                <a:lnTo>
                  <a:pt x="1527604" y="65071"/>
                </a:lnTo>
                <a:lnTo>
                  <a:pt x="1549743" y="72663"/>
                </a:lnTo>
                <a:lnTo>
                  <a:pt x="1571882" y="80486"/>
                </a:lnTo>
                <a:lnTo>
                  <a:pt x="1594022" y="88485"/>
                </a:lnTo>
                <a:lnTo>
                  <a:pt x="1616161" y="96600"/>
                </a:lnTo>
                <a:lnTo>
                  <a:pt x="1638300" y="104775"/>
                </a:lnTo>
              </a:path>
            </a:pathLst>
          </a:custGeom>
          <a:noFill xmlns:a="http://schemas.openxmlformats.org/drawingml/2006/main"/>
          <a:ln xmlns:a="http://schemas.openxmlformats.org/drawingml/2006/main" w="47625">
            <a:solidFill>
              <a:srgbClr val="191919"/>
            </a:solidFill>
          </a:ln>
        </p:spPr>
      </p:sp>
      <p:sp>
        <p:nvSpPr>
          <p:cNvPr id="14" name="circle">
            <a:extLst xmlns:a="http://schemas.openxmlformats.org/drawingml/2006/main">
              <a:ext uri="{FF2B5EF4-FFF2-40B4-BE49-F238E27FC236}">
                <a16:creationId xmlns:a16="http://schemas.microsoft.com/office/drawing/2014/main" id="{1F6C1040-61EA-4098-9CA3-F5B16328D784}"/>
              </a:ext>
            </a:extLst>
          </p:cNvPr>
          <p:cNvSpPr>
            <a:spLocks xmlns:a="http://schemas.openxmlformats.org/drawingml/2006/main" noGrp="1"/>
          </p:cNvSpPr>
          <p:nvPr/>
        </p:nvSpPr>
        <p:spPr>
          <a:xfrm xmlns:a="http://schemas.openxmlformats.org/drawingml/2006/main">
            <a:off x="7762875" y="3943350"/>
            <a:ext cx="209550" cy="209550"/>
          </a:xfrm>
          <a:prstGeom xmlns:a="http://schemas.openxmlformats.org/drawingml/2006/main" prst="ellipse">
            <a:avLst/>
          </a:prstGeom>
          <a:solidFill xmlns:a="http://schemas.openxmlformats.org/drawingml/2006/main">
            <a:srgbClr val="1955DB"/>
          </a:solidFill>
          <a:ln xmlns:a="http://schemas.openxmlformats.org/drawingml/2006/main" w="0">
            <a:noFill/>
          </a:ln>
        </p:spPr>
      </p:sp>
      <p:sp>
        <p:nvSpPr>
          <p:cNvPr id="15" name="circle">
            <a:extLst xmlns:a="http://schemas.openxmlformats.org/drawingml/2006/main">
              <a:ext uri="{FF2B5EF4-FFF2-40B4-BE49-F238E27FC236}">
                <a16:creationId xmlns:a16="http://schemas.microsoft.com/office/drawing/2014/main" id="{34EAC740-479E-4982-AAA7-C687AD4CE8C3}"/>
              </a:ext>
            </a:extLst>
          </p:cNvPr>
          <p:cNvSpPr>
            <a:spLocks xmlns:a="http://schemas.openxmlformats.org/drawingml/2006/main" noGrp="1"/>
          </p:cNvSpPr>
          <p:nvPr/>
        </p:nvSpPr>
        <p:spPr>
          <a:xfrm xmlns:a="http://schemas.openxmlformats.org/drawingml/2006/main">
            <a:off x="8105775" y="3562350"/>
            <a:ext cx="209550" cy="209550"/>
          </a:xfrm>
          <a:prstGeom xmlns:a="http://schemas.openxmlformats.org/drawingml/2006/main" prst="ellipse">
            <a:avLst/>
          </a:prstGeom>
          <a:solidFill xmlns:a="http://schemas.openxmlformats.org/drawingml/2006/main">
            <a:srgbClr val="1955DB"/>
          </a:solidFill>
          <a:ln xmlns:a="http://schemas.openxmlformats.org/drawingml/2006/main" w="0">
            <a:noFill/>
          </a:ln>
        </p:spPr>
      </p:sp>
      <p:sp>
        <p:nvSpPr>
          <p:cNvPr id="16" name="circle">
            <a:extLst xmlns:a="http://schemas.openxmlformats.org/drawingml/2006/main">
              <a:ext uri="{FF2B5EF4-FFF2-40B4-BE49-F238E27FC236}">
                <a16:creationId xmlns:a16="http://schemas.microsoft.com/office/drawing/2014/main" id="{C7474722-DEEF-4846-8B20-42089156EDA3}"/>
              </a:ext>
            </a:extLst>
          </p:cNvPr>
          <p:cNvSpPr>
            <a:spLocks xmlns:a="http://schemas.openxmlformats.org/drawingml/2006/main" noGrp="1"/>
          </p:cNvSpPr>
          <p:nvPr/>
        </p:nvSpPr>
        <p:spPr>
          <a:xfrm xmlns:a="http://schemas.openxmlformats.org/drawingml/2006/main">
            <a:off x="8448675" y="3181350"/>
            <a:ext cx="209550" cy="209550"/>
          </a:xfrm>
          <a:prstGeom xmlns:a="http://schemas.openxmlformats.org/drawingml/2006/main" prst="ellipse">
            <a:avLst/>
          </a:prstGeom>
          <a:solidFill xmlns:a="http://schemas.openxmlformats.org/drawingml/2006/main">
            <a:srgbClr val="1955DB"/>
          </a:solidFill>
          <a:ln xmlns:a="http://schemas.openxmlformats.org/drawingml/2006/main" w="0">
            <a:noFill/>
          </a:ln>
        </p:spPr>
      </p:sp>
      <p:sp>
        <p:nvSpPr>
          <p:cNvPr id="17" name="circle">
            <a:extLst xmlns:a="http://schemas.openxmlformats.org/drawingml/2006/main">
              <a:ext uri="{FF2B5EF4-FFF2-40B4-BE49-F238E27FC236}">
                <a16:creationId xmlns:a16="http://schemas.microsoft.com/office/drawing/2014/main" id="{54DEB150-9135-423F-A0BE-B6DBB74A5EDA}"/>
              </a:ext>
            </a:extLst>
          </p:cNvPr>
          <p:cNvSpPr>
            <a:spLocks xmlns:a="http://schemas.openxmlformats.org/drawingml/2006/main" noGrp="1"/>
          </p:cNvSpPr>
          <p:nvPr/>
        </p:nvSpPr>
        <p:spPr>
          <a:xfrm xmlns:a="http://schemas.openxmlformats.org/drawingml/2006/main">
            <a:off x="8791575" y="2800350"/>
            <a:ext cx="209550" cy="209550"/>
          </a:xfrm>
          <a:prstGeom xmlns:a="http://schemas.openxmlformats.org/drawingml/2006/main" prst="ellipse">
            <a:avLst/>
          </a:prstGeom>
          <a:solidFill xmlns:a="http://schemas.openxmlformats.org/drawingml/2006/main">
            <a:srgbClr val="1955DB"/>
          </a:solidFill>
          <a:ln xmlns:a="http://schemas.openxmlformats.org/drawingml/2006/main" w="0">
            <a:noFill/>
          </a:ln>
        </p:spPr>
      </p:sp>
      <p:sp>
        <p:nvSpPr>
          <p:cNvPr id="18" name="circle">
            <a:extLst xmlns:a="http://schemas.openxmlformats.org/drawingml/2006/main">
              <a:ext uri="{FF2B5EF4-FFF2-40B4-BE49-F238E27FC236}">
                <a16:creationId xmlns:a16="http://schemas.microsoft.com/office/drawing/2014/main" id="{322B2CEA-1538-40F7-9BE7-1750B6C92E5C}"/>
              </a:ext>
            </a:extLst>
          </p:cNvPr>
          <p:cNvSpPr>
            <a:spLocks xmlns:a="http://schemas.openxmlformats.org/drawingml/2006/main" noGrp="1"/>
          </p:cNvSpPr>
          <p:nvPr/>
        </p:nvSpPr>
        <p:spPr>
          <a:xfrm xmlns:a="http://schemas.openxmlformats.org/drawingml/2006/main">
            <a:off x="9886950" y="2667000"/>
            <a:ext cx="809625" cy="809625"/>
          </a:xfrm>
          <a:prstGeom xmlns:a="http://schemas.openxmlformats.org/drawingml/2006/main" prst="ellipse">
            <a:avLst/>
          </a:prstGeom>
          <a:solidFill xmlns:a="http://schemas.openxmlformats.org/drawingml/2006/main">
            <a:srgbClr val="1955DB"/>
          </a:solidFill>
          <a:ln xmlns:a="http://schemas.openxmlformats.org/drawingml/2006/main" w="0">
            <a:noFill/>
          </a:ln>
        </p:spPr>
      </p:sp>
      <p:sp>
        <p:nvSpPr>
          <p:cNvPr id="19" name="circle">
            <a:extLst xmlns:a="http://schemas.openxmlformats.org/drawingml/2006/main">
              <a:ext uri="{FF2B5EF4-FFF2-40B4-BE49-F238E27FC236}">
                <a16:creationId xmlns:a16="http://schemas.microsoft.com/office/drawing/2014/main" id="{83DC8743-6E43-434A-BB7C-40C6FECDAC7B}"/>
              </a:ext>
            </a:extLst>
          </p:cNvPr>
          <p:cNvSpPr>
            <a:spLocks xmlns:a="http://schemas.openxmlformats.org/drawingml/2006/main" noGrp="1"/>
          </p:cNvSpPr>
          <p:nvPr/>
        </p:nvSpPr>
        <p:spPr>
          <a:xfrm xmlns:a="http://schemas.openxmlformats.org/drawingml/2006/main">
            <a:off x="10391775" y="3086100"/>
            <a:ext cx="809625" cy="809625"/>
          </a:xfrm>
          <a:prstGeom xmlns:a="http://schemas.openxmlformats.org/drawingml/2006/main" prst="ellipse">
            <a:avLst/>
          </a:prstGeom>
          <a:solidFill xmlns:a="http://schemas.openxmlformats.org/drawingml/2006/main">
            <a:srgbClr val="D71A65"/>
          </a:solidFill>
          <a:ln xmlns:a="http://schemas.openxmlformats.org/drawingml/2006/main" w="0">
            <a:noFill/>
          </a:ln>
        </p:spPr>
      </p:sp>
      <p:sp>
        <p:nvSpPr>
          <p:cNvPr id="20" name="circle">
            <a:extLst xmlns:a="http://schemas.openxmlformats.org/drawingml/2006/main">
              <a:ext uri="{FF2B5EF4-FFF2-40B4-BE49-F238E27FC236}">
                <a16:creationId xmlns:a16="http://schemas.microsoft.com/office/drawing/2014/main" id="{922A8773-8C47-41BD-8894-6907C338ABE2}"/>
              </a:ext>
            </a:extLst>
          </p:cNvPr>
          <p:cNvSpPr>
            <a:spLocks xmlns:a="http://schemas.openxmlformats.org/drawingml/2006/main" noGrp="1"/>
          </p:cNvSpPr>
          <p:nvPr/>
        </p:nvSpPr>
        <p:spPr>
          <a:xfrm xmlns:a="http://schemas.openxmlformats.org/drawingml/2006/main">
            <a:off x="10067925" y="3505200"/>
            <a:ext cx="809625" cy="809625"/>
          </a:xfrm>
          <a:prstGeom xmlns:a="http://schemas.openxmlformats.org/drawingml/2006/main" prst="ellipse">
            <a:avLst/>
          </a:prstGeom>
          <a:solidFill xmlns:a="http://schemas.openxmlformats.org/drawingml/2006/main">
            <a:srgbClr val="F4D941"/>
          </a:solidFill>
          <a:ln xmlns:a="http://schemas.openxmlformats.org/drawingml/2006/main" w="0">
            <a:noFill/>
          </a:ln>
        </p:spPr>
      </p:sp>
      <p:sp>
        <p:nvSpPr>
          <p:cNvPr id="21" name="Size">
            <a:extLst xmlns:a="http://schemas.openxmlformats.org/drawingml/2006/main">
              <a:ext uri="{FF2B5EF4-FFF2-40B4-BE49-F238E27FC236}">
                <a16:creationId xmlns:a16="http://schemas.microsoft.com/office/drawing/2014/main" id="{49756B7E-AF65-4FA2-9045-A6ADD8D6D8B8}"/>
              </a:ext>
            </a:extLst>
          </p:cNvPr>
          <p:cNvSpPr>
            <a:spLocks xmlns:a="http://schemas.openxmlformats.org/drawingml/2006/main" noGrp="1"/>
          </p:cNvSpPr>
          <p:nvPr/>
        </p:nvSpPr>
        <p:spPr>
          <a:xfrm xmlns:a="http://schemas.openxmlformats.org/drawingml/2006/main">
            <a:off x="638175" y="480060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191919"/>
                </a:solidFill>
                <a:latin typeface="Arial"/>
                <a:ea typeface="Arial"/>
                <a:cs typeface="Arial"/>
              </a:defRPr>
            </a:pPr>
            <a:r>
              <a:rPr sz="2175" b="1">
                <a:solidFill>
                  <a:srgbClr val="191919"/>
                </a:solidFill>
                <a:latin typeface="Arial"/>
                <a:ea typeface="Arial"/>
                <a:cs typeface="Arial"/>
              </a:rPr>
              <a:t>Size</a:t>
            </a:r>
          </a:p>
        </p:txBody>
      </p:sp>
      <p:sp>
        <p:nvSpPr>
          <p:cNvPr id="22" name="Spacing">
            <a:extLst xmlns:a="http://schemas.openxmlformats.org/drawingml/2006/main">
              <a:ext uri="{FF2B5EF4-FFF2-40B4-BE49-F238E27FC236}">
                <a16:creationId xmlns:a16="http://schemas.microsoft.com/office/drawing/2014/main" id="{46C94CF1-1005-4C43-922B-2A5627DFFD6A}"/>
              </a:ext>
            </a:extLst>
          </p:cNvPr>
          <p:cNvSpPr>
            <a:spLocks xmlns:a="http://schemas.openxmlformats.org/drawingml/2006/main" noGrp="1"/>
          </p:cNvSpPr>
          <p:nvPr/>
        </p:nvSpPr>
        <p:spPr>
          <a:xfrm xmlns:a="http://schemas.openxmlformats.org/drawingml/2006/main">
            <a:off x="2924175" y="480060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191919"/>
                </a:solidFill>
                <a:latin typeface="Arial"/>
                <a:ea typeface="Arial"/>
                <a:cs typeface="Arial"/>
              </a:defRPr>
            </a:pPr>
            <a:r>
              <a:rPr sz="2175" b="1">
                <a:solidFill>
                  <a:srgbClr val="191919"/>
                </a:solidFill>
                <a:latin typeface="Arial"/>
                <a:ea typeface="Arial"/>
                <a:cs typeface="Arial"/>
              </a:rPr>
              <a:t>Spacing</a:t>
            </a:r>
          </a:p>
        </p:txBody>
      </p:sp>
      <p:sp>
        <p:nvSpPr>
          <p:cNvPr id="23" name="Repetition">
            <a:extLst xmlns:a="http://schemas.openxmlformats.org/drawingml/2006/main">
              <a:ext uri="{FF2B5EF4-FFF2-40B4-BE49-F238E27FC236}">
                <a16:creationId xmlns:a16="http://schemas.microsoft.com/office/drawing/2014/main" id="{CA8EC58F-D070-49D1-B881-506FEEE62624}"/>
              </a:ext>
            </a:extLst>
          </p:cNvPr>
          <p:cNvSpPr>
            <a:spLocks xmlns:a="http://schemas.openxmlformats.org/drawingml/2006/main" noGrp="1"/>
          </p:cNvSpPr>
          <p:nvPr/>
        </p:nvSpPr>
        <p:spPr>
          <a:xfrm xmlns:a="http://schemas.openxmlformats.org/drawingml/2006/main">
            <a:off x="5210175" y="480060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191919"/>
                </a:solidFill>
                <a:latin typeface="Arial"/>
                <a:ea typeface="Arial"/>
                <a:cs typeface="Arial"/>
              </a:defRPr>
            </a:pPr>
            <a:r>
              <a:rPr sz="2175" b="1">
                <a:solidFill>
                  <a:srgbClr val="191919"/>
                </a:solidFill>
                <a:latin typeface="Arial"/>
                <a:ea typeface="Arial"/>
                <a:cs typeface="Arial"/>
              </a:rPr>
              <a:t>Repetition</a:t>
            </a:r>
          </a:p>
        </p:txBody>
      </p:sp>
      <p:sp>
        <p:nvSpPr>
          <p:cNvPr id="24" name="Direction">
            <a:extLst xmlns:a="http://schemas.openxmlformats.org/drawingml/2006/main">
              <a:ext uri="{FF2B5EF4-FFF2-40B4-BE49-F238E27FC236}">
                <a16:creationId xmlns:a16="http://schemas.microsoft.com/office/drawing/2014/main" id="{058C4D83-2932-4C15-9BF4-4172AABEEEE2}"/>
              </a:ext>
            </a:extLst>
          </p:cNvPr>
          <p:cNvSpPr>
            <a:spLocks xmlns:a="http://schemas.openxmlformats.org/drawingml/2006/main" noGrp="1"/>
          </p:cNvSpPr>
          <p:nvPr/>
        </p:nvSpPr>
        <p:spPr>
          <a:xfrm xmlns:a="http://schemas.openxmlformats.org/drawingml/2006/main">
            <a:off x="7496175" y="480060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191919"/>
                </a:solidFill>
                <a:latin typeface="Arial"/>
                <a:ea typeface="Arial"/>
                <a:cs typeface="Arial"/>
              </a:defRPr>
            </a:pPr>
            <a:r>
              <a:rPr sz="2175" b="1">
                <a:solidFill>
                  <a:srgbClr val="191919"/>
                </a:solidFill>
                <a:latin typeface="Arial"/>
                <a:ea typeface="Arial"/>
                <a:cs typeface="Arial"/>
              </a:rPr>
              <a:t>Direction</a:t>
            </a:r>
          </a:p>
        </p:txBody>
      </p:sp>
      <p:sp>
        <p:nvSpPr>
          <p:cNvPr id="25" name="Layering">
            <a:extLst xmlns:a="http://schemas.openxmlformats.org/drawingml/2006/main">
              <a:ext uri="{FF2B5EF4-FFF2-40B4-BE49-F238E27FC236}">
                <a16:creationId xmlns:a16="http://schemas.microsoft.com/office/drawing/2014/main" id="{D339DABD-7039-449A-ACBD-5FF3636F54DC}"/>
              </a:ext>
            </a:extLst>
          </p:cNvPr>
          <p:cNvSpPr>
            <a:spLocks xmlns:a="http://schemas.openxmlformats.org/drawingml/2006/main" noGrp="1"/>
          </p:cNvSpPr>
          <p:nvPr/>
        </p:nvSpPr>
        <p:spPr>
          <a:xfrm xmlns:a="http://schemas.openxmlformats.org/drawingml/2006/main">
            <a:off x="9782175" y="4800600"/>
            <a:ext cx="209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191919"/>
                </a:solidFill>
                <a:latin typeface="Arial"/>
                <a:ea typeface="Arial"/>
                <a:cs typeface="Arial"/>
              </a:defRPr>
            </a:pPr>
            <a:r>
              <a:rPr sz="2175" b="1">
                <a:solidFill>
                  <a:srgbClr val="191919"/>
                </a:solidFill>
                <a:latin typeface="Arial"/>
                <a:ea typeface="Arial"/>
                <a:cs typeface="Arial"/>
              </a:rPr>
              <a:t>Layering</a:t>
            </a:r>
          </a:p>
        </p:txBody>
      </p:sp>
    </p:spTree>
    <p:extLst>
      <p:ext uri="{BB962C8B-B14F-4D97-AF65-F5344CB8AC3E}">
        <p14:creationId xmlns:p14="http://schemas.microsoft.com/office/powerpoint/2010/main" val="1871106436"/>
      </p:ext>
    </p:extLst>
  </p:cSld>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7EF"/>
        </a:solidFill>
      </p:bgPr>
    </p:bg>
    <p:spTree>
      <p:nvGrpSpPr>
        <p:cNvPr id="1" name=""/>
        <p:cNvGrpSpPr/>
        <p:nvPr/>
      </p:nvGrpSpPr>
      <p:grpSpPr>
        <a:xfrm/>
      </p:grpSpPr>
      <p:sp>
        <p:nvSpPr>
          <p:cNvPr id="27" name="Size creates emphasis">
            <a:extLst>
              <a:ext uri="{FF2B5EF4-FFF2-40B4-BE49-F238E27FC236}">
                <ns2:creationId id="{6E8B2179-8293-4C2C-BAA0-9CD280E847A5}"/>
              </a:ext>
            </a:extLst>
          </p:cNvPr>
          <p:cNvSpPr>
            <a:spLocks noGrp="1"/>
          </p:cNvSpPr>
          <p:nvPr/>
        </p:nvSpPr>
        <p:spPr>
          <a:xfrm>
            <a:off x="609600" y="381000"/>
            <a:ext cx="10953750" cy="952500"/>
          </a:xfrm>
          <a:prstGeom prst="rect">
            <a:avLst/>
          </a:prstGeom>
          <a:noFill/>
          <a:ln w="0">
            <a:noFill/>
          </a:ln>
        </p:spPr>
        <p:txBody>
          <a:bodyPr wrap="square" lIns="0" tIns="0" rIns="0" bIns="0">
            <a:noAutofit/>
          </a:bodyPr>
          <a:lstStyle/>
          <a:p>
            <a:pPr>
              <a:defRPr sz="3900" b="1">
                <a:solidFill>
                  <a:srgbClr val="191919"/>
                </a:solidFill>
                <a:latin typeface="Arial Black"/>
                <a:ea typeface="Arial Black"/>
                <a:cs typeface="Arial Black"/>
              </a:defRPr>
            </a:pPr>
            <a:r>
              <a:rPr sz="3900" b="1">
                <a:solidFill>
                  <a:srgbClr val="191919"/>
                </a:solidFill>
                <a:latin typeface="Arial Black"/>
                <a:ea typeface="Arial Black"/>
                <a:cs typeface="Arial Black"/>
              </a:rPr>
              <a:t>Size creates emphasis</a:t>
            </a:r>
          </a:p>
        </p:txBody>
      </p:sp>
      <p:sp>
        <p:nvSpPr>
          <p:cNvPr id="2" name="What grabs your eye first?">
            <a:extLst>
              <a:ext uri="{FF2B5EF4-FFF2-40B4-BE49-F238E27FC236}">
                <ns2:creationId id="{7BAB4B77-EC3F-4432-830B-7488AA2C9534}"/>
              </a:ext>
            </a:extLst>
          </p:cNvPr>
          <p:cNvSpPr>
            <a:spLocks noGrp="1"/>
          </p:cNvSpPr>
          <p:nvPr/>
        </p:nvSpPr>
        <p:spPr>
          <a:xfrm>
            <a:off x="628650" y="1323975"/>
            <a:ext cx="10915650" cy="514350"/>
          </a:xfrm>
          <a:prstGeom prst="rect">
            <a:avLst/>
          </a:prstGeom>
          <a:noFill/>
          <a:ln w="0">
            <a:noFill/>
          </a:ln>
        </p:spPr>
        <p:txBody>
          <a:bodyPr wrap="square" lIns="0" tIns="0" rIns="0" bIns="0">
            <a:noAutofit/>
          </a:bodyPr>
          <a:lstStyle/>
          <a:p>
            <a:pPr>
              <a:defRPr sz="2100" b="0">
                <a:solidFill>
                  <a:srgbClr val="191919"/>
                </a:solidFill>
                <a:latin typeface="Arial"/>
                <a:ea typeface="Arial"/>
                <a:cs typeface="Arial"/>
              </a:defRPr>
            </a:pPr>
            <a:r>
              <a:rPr sz="2100" b="0">
                <a:solidFill>
                  <a:srgbClr val="191919"/>
                </a:solidFill>
                <a:latin typeface="Arial"/>
                <a:ea typeface="Arial"/>
                <a:cs typeface="Arial"/>
              </a:rPr>
              <a:t>What grabs your eye first?</a:t>
            </a:r>
          </a:p>
        </p:txBody>
      </p:sp>
      <p:sp>
        <p:nvSpPr>
          <p:cNvPr id="3" name="shape" descr="Panel A: seven equal black circles in a horizontal row.">
            <a:extLst>
              <a:ext uri="{FF2B5EF4-FFF2-40B4-BE49-F238E27FC236}">
                <ns2:creationId id="{E3161249-4466-4F18-B84F-7977BAAA31EC}"/>
              </a:ext>
            </a:extLst>
          </p:cNvPr>
          <p:cNvSpPr>
            <a:spLocks noGrp="1"/>
          </p:cNvSpPr>
          <p:nvPr/>
        </p:nvSpPr>
        <p:spPr>
          <a:xfrm>
            <a:off x="609600" y="1952625"/>
            <a:ext cx="5219700" cy="3314700"/>
          </a:xfrm>
          <a:prstGeom prst="rect">
            <a:avLst/>
          </a:prstGeom>
          <a:solidFill>
            <a:srgbClr val="FFFFFF"/>
          </a:solidFill>
          <a:ln w="0">
            <a:noFill/>
          </a:ln>
        </p:spPr>
      </p:sp>
      <p:sp>
        <p:nvSpPr>
          <p:cNvPr id="4" name="shape" descr="Panel B: seven black circles in a row, with the middle circle noticeably larger.">
            <a:extLst>
              <a:ext uri="{FF2B5EF4-FFF2-40B4-BE49-F238E27FC236}">
                <ns2:creationId id="{5E2D6020-771A-4927-9D23-C499FE6E1404}"/>
              </a:ext>
            </a:extLst>
          </p:cNvPr>
          <p:cNvSpPr>
            <a:spLocks noGrp="1"/>
          </p:cNvSpPr>
          <p:nvPr/>
        </p:nvSpPr>
        <p:spPr>
          <a:xfrm>
            <a:off x="6362700" y="1952625"/>
            <a:ext cx="5219700" cy="3314700"/>
          </a:xfrm>
          <a:prstGeom prst="rect">
            <a:avLst/>
          </a:prstGeom>
          <a:solidFill>
            <a:srgbClr val="FFFFFF"/>
          </a:solidFill>
          <a:ln w="0">
            <a:noFill/>
          </a:ln>
        </p:spPr>
      </p:sp>
      <p:sp>
        <p:nvSpPr>
          <p:cNvPr id="5" name="A">
            <a:extLst>
              <a:ext uri="{FF2B5EF4-FFF2-40B4-BE49-F238E27FC236}">
                <ns2:creationId id="{9BDE3F55-C38A-4C5B-B203-641A23DA96B5}"/>
              </a:ext>
            </a:extLst>
          </p:cNvPr>
          <p:cNvSpPr>
            <a:spLocks noGrp="1"/>
          </p:cNvSpPr>
          <p:nvPr/>
        </p:nvSpPr>
        <p:spPr>
          <a:xfrm>
            <a:off x="781050" y="2000250"/>
            <a:ext cx="381000" cy="381000"/>
          </a:xfrm>
          <a:prstGeom prst="rect">
            <a:avLst/>
          </a:prstGeom>
          <a:noFill/>
          <a:ln w="0">
            <a:noFill/>
          </a:ln>
        </p:spPr>
        <p:txBody>
          <a:bodyPr wrap="square" lIns="0" tIns="0" rIns="0" bIns="0">
            <a:noAutofit/>
          </a:bodyPr>
          <a:lstStyle/>
          <a:p>
            <a:pPr>
              <a:defRPr sz="1800" b="1">
                <a:solidFill>
                  <a:srgbClr val="1955DB"/>
                </a:solidFill>
                <a:latin typeface="Arial"/>
                <a:ea typeface="Arial"/>
                <a:cs typeface="Arial"/>
              </a:defRPr>
            </a:pPr>
            <a:r>
              <a:rPr sz="1800" b="1">
                <a:solidFill>
                  <a:srgbClr val="1955DB"/>
                </a:solidFill>
                <a:latin typeface="Arial"/>
                <a:ea typeface="Arial"/>
                <a:cs typeface="Arial"/>
              </a:rPr>
              <a:t>A</a:t>
            </a:r>
          </a:p>
        </p:txBody>
      </p:sp>
      <p:sp>
        <p:nvSpPr>
          <p:cNvPr id="6" name="B">
            <a:extLst>
              <a:ext uri="{FF2B5EF4-FFF2-40B4-BE49-F238E27FC236}">
                <ns2:creationId id="{3A3C1CA8-6A7A-4BD8-A6D7-F9F17470622D}"/>
              </a:ext>
            </a:extLst>
          </p:cNvPr>
          <p:cNvSpPr>
            <a:spLocks noGrp="1"/>
          </p:cNvSpPr>
          <p:nvPr/>
        </p:nvSpPr>
        <p:spPr>
          <a:xfrm>
            <a:off x="6534150" y="2000250"/>
            <a:ext cx="381000" cy="381000"/>
          </a:xfrm>
          <a:prstGeom prst="rect">
            <a:avLst/>
          </a:prstGeom>
          <a:noFill/>
          <a:ln w="0">
            <a:noFill/>
          </a:ln>
        </p:spPr>
        <p:txBody>
          <a:bodyPr wrap="square" lIns="0" tIns="0" rIns="0" bIns="0">
            <a:noAutofit/>
          </a:bodyPr>
          <a:lstStyle/>
          <a:p>
            <a:pPr>
              <a:defRPr sz="1800" b="1">
                <a:solidFill>
                  <a:srgbClr val="1955DB"/>
                </a:solidFill>
                <a:latin typeface="Arial"/>
                <a:ea typeface="Arial"/>
                <a:cs typeface="Arial"/>
              </a:defRPr>
            </a:pPr>
            <a:r>
              <a:rPr sz="1800" b="1">
                <a:solidFill>
                  <a:srgbClr val="1955DB"/>
                </a:solidFill>
                <a:latin typeface="Arial"/>
                <a:ea typeface="Arial"/>
                <a:cs typeface="Arial"/>
              </a:rPr>
              <a:t>B</a:t>
            </a:r>
          </a:p>
        </p:txBody>
      </p:sp>
      <p:sp>
        <p:nvSpPr>
          <p:cNvPr id="7" name="circle">
            <a:extLst>
              <a:ext uri="{FF2B5EF4-FFF2-40B4-BE49-F238E27FC236}">
                <ns2:creationId id="{162F8D1F-24FA-4B4F-B344-CEE26F3A734B}"/>
              </a:ext>
            </a:extLst>
          </p:cNvPr>
          <p:cNvSpPr>
            <a:spLocks noGrp="1"/>
          </p:cNvSpPr>
          <p:nvPr/>
        </p:nvSpPr>
        <p:spPr>
          <a:xfrm>
            <a:off x="942975" y="3352800"/>
            <a:ext cx="333375" cy="333375"/>
          </a:xfrm>
          <a:prstGeom prst="ellipse">
            <a:avLst/>
          </a:prstGeom>
          <a:solidFill>
            <a:srgbClr val="191919"/>
          </a:solidFill>
          <a:ln w="0">
            <a:noFill/>
          </a:ln>
        </p:spPr>
      </p:sp>
      <p:sp>
        <p:nvSpPr>
          <p:cNvPr id="8" name="circle">
            <a:extLst>
              <a:ext uri="{FF2B5EF4-FFF2-40B4-BE49-F238E27FC236}">
                <ns2:creationId id="{4DFDA44B-37A8-496C-88AB-AC99BCA2EDA3}"/>
              </a:ext>
            </a:extLst>
          </p:cNvPr>
          <p:cNvSpPr>
            <a:spLocks noGrp="1"/>
          </p:cNvSpPr>
          <p:nvPr/>
        </p:nvSpPr>
        <p:spPr>
          <a:xfrm>
            <a:off x="6696075" y="3348038"/>
            <a:ext cx="333375" cy="333375"/>
          </a:xfrm>
          <a:prstGeom prst="ellipse">
            <a:avLst/>
          </a:prstGeom>
          <a:solidFill>
            <a:srgbClr val="191919"/>
          </a:solidFill>
          <a:ln w="0">
            <a:noFill/>
          </a:ln>
        </p:spPr>
      </p:sp>
      <p:sp>
        <p:nvSpPr>
          <p:cNvPr id="9" name="circle">
            <a:extLst>
              <a:ext uri="{FF2B5EF4-FFF2-40B4-BE49-F238E27FC236}">
                <ns2:creationId id="{F2872062-4F79-4DCC-84AB-B256D5770AD2}"/>
              </a:ext>
            </a:extLst>
          </p:cNvPr>
          <p:cNvSpPr>
            <a:spLocks noGrp="1"/>
          </p:cNvSpPr>
          <p:nvPr/>
        </p:nvSpPr>
        <p:spPr>
          <a:xfrm>
            <a:off x="1590675" y="3352800"/>
            <a:ext cx="333375" cy="333375"/>
          </a:xfrm>
          <a:prstGeom prst="ellipse">
            <a:avLst/>
          </a:prstGeom>
          <a:solidFill>
            <a:srgbClr val="191919"/>
          </a:solidFill>
          <a:ln w="0">
            <a:noFill/>
          </a:ln>
        </p:spPr>
      </p:sp>
      <p:sp>
        <p:nvSpPr>
          <p:cNvPr id="10" name="circle">
            <a:extLst>
              <a:ext uri="{FF2B5EF4-FFF2-40B4-BE49-F238E27FC236}">
                <ns2:creationId id="{1AACF3FB-D8F8-4DC6-A6F7-F30E67BA8A3E}"/>
              </a:ext>
            </a:extLst>
          </p:cNvPr>
          <p:cNvSpPr>
            <a:spLocks noGrp="1"/>
          </p:cNvSpPr>
          <p:nvPr/>
        </p:nvSpPr>
        <p:spPr>
          <a:xfrm>
            <a:off x="7343775" y="3348038"/>
            <a:ext cx="333375" cy="333375"/>
          </a:xfrm>
          <a:prstGeom prst="ellipse">
            <a:avLst/>
          </a:prstGeom>
          <a:solidFill>
            <a:srgbClr val="191919"/>
          </a:solidFill>
          <a:ln w="0">
            <a:noFill/>
          </a:ln>
        </p:spPr>
      </p:sp>
      <p:sp>
        <p:nvSpPr>
          <p:cNvPr id="11" name="circle">
            <a:extLst>
              <a:ext uri="{FF2B5EF4-FFF2-40B4-BE49-F238E27FC236}">
                <ns2:creationId id="{E0352387-9A52-4931-9326-70345ECAD9CF}"/>
              </a:ext>
            </a:extLst>
          </p:cNvPr>
          <p:cNvSpPr>
            <a:spLocks noGrp="1"/>
          </p:cNvSpPr>
          <p:nvPr/>
        </p:nvSpPr>
        <p:spPr>
          <a:xfrm>
            <a:off x="2238375" y="3352800"/>
            <a:ext cx="333375" cy="333375"/>
          </a:xfrm>
          <a:prstGeom prst="ellipse">
            <a:avLst/>
          </a:prstGeom>
          <a:solidFill>
            <a:srgbClr val="191919"/>
          </a:solidFill>
          <a:ln w="0">
            <a:noFill/>
          </a:ln>
        </p:spPr>
      </p:sp>
      <p:sp>
        <p:nvSpPr>
          <p:cNvPr id="12" name="circle">
            <a:extLst>
              <a:ext uri="{FF2B5EF4-FFF2-40B4-BE49-F238E27FC236}">
                <ns2:creationId id="{1098FA94-EFB3-4E36-94FF-81000314D4CF}"/>
              </a:ext>
            </a:extLst>
          </p:cNvPr>
          <p:cNvSpPr>
            <a:spLocks noGrp="1"/>
          </p:cNvSpPr>
          <p:nvPr/>
        </p:nvSpPr>
        <p:spPr>
          <a:xfrm>
            <a:off x="7991475" y="3348038"/>
            <a:ext cx="333375" cy="333375"/>
          </a:xfrm>
          <a:prstGeom prst="ellipse">
            <a:avLst/>
          </a:prstGeom>
          <a:solidFill>
            <a:srgbClr val="191919"/>
          </a:solidFill>
          <a:ln w="0">
            <a:noFill/>
          </a:ln>
        </p:spPr>
      </p:sp>
      <p:sp>
        <p:nvSpPr>
          <p:cNvPr id="13" name="circle">
            <a:extLst>
              <a:ext uri="{FF2B5EF4-FFF2-40B4-BE49-F238E27FC236}">
                <ns2:creationId id="{AFAD91D5-FF8F-47BA-BDAB-17EC183D7E0D}"/>
              </a:ext>
            </a:extLst>
          </p:cNvPr>
          <p:cNvSpPr>
            <a:spLocks noGrp="1"/>
          </p:cNvSpPr>
          <p:nvPr/>
        </p:nvSpPr>
        <p:spPr>
          <a:xfrm>
            <a:off x="2886075" y="3352800"/>
            <a:ext cx="333375" cy="333375"/>
          </a:xfrm>
          <a:prstGeom prst="ellipse">
            <a:avLst/>
          </a:prstGeom>
          <a:solidFill>
            <a:srgbClr val="191919"/>
          </a:solidFill>
          <a:ln w="0">
            <a:noFill/>
          </a:ln>
        </p:spPr>
      </p:sp>
      <p:sp>
        <p:nvSpPr>
          <p:cNvPr id="14" name="circle">
            <a:extLst>
              <a:ext uri="{FF2B5EF4-FFF2-40B4-BE49-F238E27FC236}">
                <ns2:creationId id="{5052857E-05F3-467B-A8B1-DFD31EED0B22}"/>
              </a:ext>
            </a:extLst>
          </p:cNvPr>
          <p:cNvSpPr>
            <a:spLocks noGrp="1"/>
          </p:cNvSpPr>
          <p:nvPr/>
        </p:nvSpPr>
        <p:spPr>
          <a:xfrm>
            <a:off x="8396288" y="3105150"/>
            <a:ext cx="819150" cy="819150"/>
          </a:xfrm>
          <a:prstGeom prst="ellipse">
            <a:avLst/>
          </a:prstGeom>
          <a:solidFill>
            <a:srgbClr val="191919"/>
          </a:solidFill>
          <a:ln w="0">
            <a:noFill/>
          </a:ln>
        </p:spPr>
      </p:sp>
      <p:sp>
        <p:nvSpPr>
          <p:cNvPr id="15" name="circle">
            <a:extLst>
              <a:ext uri="{FF2B5EF4-FFF2-40B4-BE49-F238E27FC236}">
                <ns2:creationId id="{C281696F-CBA9-4B77-86B5-5AB6E27F86B1}"/>
              </a:ext>
            </a:extLst>
          </p:cNvPr>
          <p:cNvSpPr>
            <a:spLocks noGrp="1"/>
          </p:cNvSpPr>
          <p:nvPr/>
        </p:nvSpPr>
        <p:spPr>
          <a:xfrm>
            <a:off x="3533775" y="3352800"/>
            <a:ext cx="333375" cy="333375"/>
          </a:xfrm>
          <a:prstGeom prst="ellipse">
            <a:avLst/>
          </a:prstGeom>
          <a:solidFill>
            <a:srgbClr val="191919"/>
          </a:solidFill>
          <a:ln w="0">
            <a:noFill/>
          </a:ln>
        </p:spPr>
      </p:sp>
      <p:sp>
        <p:nvSpPr>
          <p:cNvPr id="16" name="circle">
            <a:extLst>
              <a:ext uri="{FF2B5EF4-FFF2-40B4-BE49-F238E27FC236}">
                <ns2:creationId id="{4E299AB3-D207-42DE-9113-BAC147B2E96B}"/>
              </a:ext>
            </a:extLst>
          </p:cNvPr>
          <p:cNvSpPr>
            <a:spLocks noGrp="1"/>
          </p:cNvSpPr>
          <p:nvPr/>
        </p:nvSpPr>
        <p:spPr>
          <a:xfrm>
            <a:off x="9286875" y="3348038"/>
            <a:ext cx="333375" cy="333375"/>
          </a:xfrm>
          <a:prstGeom prst="ellipse">
            <a:avLst/>
          </a:prstGeom>
          <a:solidFill>
            <a:srgbClr val="191919"/>
          </a:solidFill>
          <a:ln w="0">
            <a:noFill/>
          </a:ln>
        </p:spPr>
      </p:sp>
      <p:sp>
        <p:nvSpPr>
          <p:cNvPr id="17" name="circle">
            <a:extLst>
              <a:ext uri="{FF2B5EF4-FFF2-40B4-BE49-F238E27FC236}">
                <ns2:creationId id="{832A4106-6A5D-4413-A047-19C00D58A13D}"/>
              </a:ext>
            </a:extLst>
          </p:cNvPr>
          <p:cNvSpPr>
            <a:spLocks noGrp="1"/>
          </p:cNvSpPr>
          <p:nvPr/>
        </p:nvSpPr>
        <p:spPr>
          <a:xfrm>
            <a:off x="4181475" y="3352800"/>
            <a:ext cx="333375" cy="333375"/>
          </a:xfrm>
          <a:prstGeom prst="ellipse">
            <a:avLst/>
          </a:prstGeom>
          <a:solidFill>
            <a:srgbClr val="191919"/>
          </a:solidFill>
          <a:ln w="0">
            <a:noFill/>
          </a:ln>
        </p:spPr>
      </p:sp>
      <p:sp>
        <p:nvSpPr>
          <p:cNvPr id="18" name="circle">
            <a:extLst>
              <a:ext uri="{FF2B5EF4-FFF2-40B4-BE49-F238E27FC236}">
                <ns2:creationId id="{AF67C43E-42B1-4A9C-A325-4F8238D432FD}"/>
              </a:ext>
            </a:extLst>
          </p:cNvPr>
          <p:cNvSpPr>
            <a:spLocks noGrp="1"/>
          </p:cNvSpPr>
          <p:nvPr/>
        </p:nvSpPr>
        <p:spPr>
          <a:xfrm>
            <a:off x="9934575" y="3348038"/>
            <a:ext cx="333375" cy="333375"/>
          </a:xfrm>
          <a:prstGeom prst="ellipse">
            <a:avLst/>
          </a:prstGeom>
          <a:solidFill>
            <a:srgbClr val="191919"/>
          </a:solidFill>
          <a:ln w="0">
            <a:noFill/>
          </a:ln>
        </p:spPr>
      </p:sp>
      <p:sp>
        <p:nvSpPr>
          <p:cNvPr id="19" name="circle">
            <a:extLst>
              <a:ext uri="{FF2B5EF4-FFF2-40B4-BE49-F238E27FC236}">
                <ns2:creationId id="{1CE8CDD7-91A0-43E5-9C65-4DAA8AC90AE3}"/>
              </a:ext>
            </a:extLst>
          </p:cNvPr>
          <p:cNvSpPr>
            <a:spLocks noGrp="1"/>
          </p:cNvSpPr>
          <p:nvPr/>
        </p:nvSpPr>
        <p:spPr>
          <a:xfrm>
            <a:off x="4829175" y="3352800"/>
            <a:ext cx="333375" cy="333375"/>
          </a:xfrm>
          <a:prstGeom prst="ellipse">
            <a:avLst/>
          </a:prstGeom>
          <a:solidFill>
            <a:srgbClr val="191919"/>
          </a:solidFill>
          <a:ln w="0">
            <a:noFill/>
          </a:ln>
        </p:spPr>
      </p:sp>
      <p:sp>
        <p:nvSpPr>
          <p:cNvPr id="20" name="circle">
            <a:extLst>
              <a:ext uri="{FF2B5EF4-FFF2-40B4-BE49-F238E27FC236}">
                <ns2:creationId id="{9107729D-48ED-437F-83AA-8BE8270A48EC}"/>
              </a:ext>
            </a:extLst>
          </p:cNvPr>
          <p:cNvSpPr>
            <a:spLocks noGrp="1"/>
          </p:cNvSpPr>
          <p:nvPr/>
        </p:nvSpPr>
        <p:spPr>
          <a:xfrm>
            <a:off x="10582275" y="3348038"/>
            <a:ext cx="333375" cy="333375"/>
          </a:xfrm>
          <a:prstGeom prst="ellipse">
            <a:avLst/>
          </a:prstGeom>
          <a:solidFill>
            <a:srgbClr val="191919"/>
          </a:solidFill>
          <a:ln w="0">
            <a:noFill/>
          </a:ln>
        </p:spPr>
      </p:sp>
      <p:sp>
        <p:nvSpPr>
          <p:cNvPr id="21" name="Similar attention">
            <a:extLst>
              <a:ext uri="{FF2B5EF4-FFF2-40B4-BE49-F238E27FC236}">
                <ns2:creationId id="{6C5C61AE-C7F7-4E79-9F83-D32A3BE14C9E}"/>
              </a:ext>
            </a:extLst>
          </p:cNvPr>
          <p:cNvSpPr>
            <a:spLocks noGrp="1"/>
          </p:cNvSpPr>
          <p:nvPr/>
        </p:nvSpPr>
        <p:spPr>
          <a:xfrm>
            <a:off x="781050" y="5438775"/>
            <a:ext cx="4953000" cy="457200"/>
          </a:xfrm>
          <a:prstGeom prst="rect">
            <a:avLst/>
          </a:prstGeom>
          <a:noFill/>
          <a:ln w="0">
            <a:noFill/>
          </a:ln>
        </p:spPr>
        <p:txBody>
          <a:bodyPr wrap="square" lIns="0" tIns="0" rIns="0" bIns="0">
            <a:noAutofit/>
          </a:bodyPr>
          <a:lstStyle/>
          <a:p>
            <a:pPr>
              <a:defRPr sz="2550" b="1">
                <a:solidFill>
                  <a:srgbClr val="1955DB"/>
                </a:solidFill>
                <a:latin typeface="Arial Black"/>
                <a:ea typeface="Arial Black"/>
                <a:cs typeface="Arial Black"/>
              </a:defRPr>
            </a:pPr>
            <a:r>
              <a:rPr sz="2550" b="1">
                <a:solidFill>
                  <a:srgbClr val="1955DB"/>
                </a:solidFill>
                <a:latin typeface="Arial Black"/>
                <a:ea typeface="Arial Black"/>
                <a:cs typeface="Arial Black"/>
              </a:rPr>
              <a:t>Similar attention</a:t>
            </a:r>
          </a:p>
        </p:txBody>
      </p:sp>
      <p:sp>
        <p:nvSpPr>
          <p:cNvPr id="22" name="One focal point">
            <a:extLst>
              <a:ext uri="{FF2B5EF4-FFF2-40B4-BE49-F238E27FC236}">
                <ns2:creationId id="{B003CDF9-72B8-44AE-994B-651B09865612}"/>
              </a:ext>
            </a:extLst>
          </p:cNvPr>
          <p:cNvSpPr>
            <a:spLocks noGrp="1"/>
          </p:cNvSpPr>
          <p:nvPr/>
        </p:nvSpPr>
        <p:spPr>
          <a:xfrm>
            <a:off x="6534150" y="5438775"/>
            <a:ext cx="4953000" cy="457200"/>
          </a:xfrm>
          <a:prstGeom prst="rect">
            <a:avLst/>
          </a:prstGeom>
          <a:noFill/>
          <a:ln w="0">
            <a:noFill/>
          </a:ln>
        </p:spPr>
        <p:txBody>
          <a:bodyPr wrap="square" lIns="0" tIns="0" rIns="0" bIns="0">
            <a:noAutofit/>
          </a:bodyPr>
          <a:lstStyle/>
          <a:p>
            <a:pPr>
              <a:defRPr sz="2550" b="1">
                <a:solidFill>
                  <a:srgbClr val="1955DB"/>
                </a:solidFill>
                <a:latin typeface="Arial Black"/>
                <a:ea typeface="Arial Black"/>
                <a:cs typeface="Arial Black"/>
              </a:defRPr>
            </a:pPr>
            <a:r>
              <a:rPr sz="2550" b="1">
                <a:solidFill>
                  <a:srgbClr val="1955DB"/>
                </a:solidFill>
                <a:latin typeface="Arial Black"/>
                <a:ea typeface="Arial Black"/>
                <a:cs typeface="Arial Black"/>
              </a:rPr>
              <a:t>One focal point</a:t>
            </a:r>
          </a:p>
        </p:txBody>
      </p:sp>
      <p:sp>
        <p:nvSpPr>
          <p:cNvPr id="23" name="The larger circle stands out. Emphasis means making something stand out.">
            <a:extLst>
              <a:ext uri="{FF2B5EF4-FFF2-40B4-BE49-F238E27FC236}">
                <ns2:creationId id="{140EB181-E067-4278-840D-D366C2083DC9}"/>
              </a:ext>
            </a:extLst>
          </p:cNvPr>
          <p:cNvSpPr>
            <a:spLocks noGrp="1"/>
          </p:cNvSpPr>
          <p:nvPr/>
        </p:nvSpPr>
        <p:spPr>
          <a:xfrm>
            <a:off x="647700" y="6191250"/>
            <a:ext cx="10858500" cy="409575"/>
          </a:xfrm>
          <a:prstGeom prst="rect">
            <a:avLst/>
          </a:prstGeom>
          <a:noFill/>
          <a:ln w="0">
            <a:noFill/>
          </a:ln>
        </p:spPr>
        <p:txBody>
          <a:bodyPr wrap="square" lIns="0" tIns="0" rIns="0" bIns="0">
            <a:noAutofit/>
          </a:bodyPr>
          <a:lstStyle/>
          <a:p>
            <a:pPr>
              <a:defRPr sz="1725" b="0">
                <a:solidFill>
                  <a:srgbClr val="191919"/>
                </a:solidFill>
                <a:latin typeface="Arial"/>
                <a:ea typeface="Arial"/>
                <a:cs typeface="Arial"/>
              </a:defRPr>
            </a:pPr>
            <a:r>
              <a:rPr sz="1725" b="0">
                <a:solidFill>
                  <a:srgbClr val="191919"/>
                </a:solidFill>
                <a:latin typeface="Arial"/>
                <a:ea typeface="Arial"/>
                <a:cs typeface="Arial"/>
              </a:rPr>
              <a:t>The larger circle stands out. Emphasis means making something stand out.</a:t>
            </a:r>
          </a:p>
        </p:txBody>
      </p:sp>
      <p:sp>
        <p:nvSpPr>
          <p:cNvPr id="24" name="reveal_cover_A">
            <a:extLst>
              <a:ext uri="{FF2B5EF4-FFF2-40B4-BE49-F238E27FC236}">
                <ns2:creationId id="{C5BE36A6-332B-4545-9EB4-CFA6B4C7E1CE}"/>
              </a:ext>
            </a:extLst>
          </p:cNvPr>
          <p:cNvSpPr>
            <a:spLocks noGrp="1"/>
          </p:cNvSpPr>
          <p:nvPr/>
        </p:nvSpPr>
        <p:spPr>
          <a:xfrm>
            <a:off x="590550" y="5419725"/>
            <a:ext cx="5286375" cy="647700"/>
          </a:xfrm>
          <a:prstGeom prst="rect">
            <a:avLst/>
          </a:prstGeom>
          <a:solidFill>
            <a:srgbClr val="FAF7EF"/>
          </a:solidFill>
          <a:ln w="0">
            <a:noFill/>
          </a:ln>
        </p:spPr>
      </p:sp>
      <p:sp>
        <p:nvSpPr>
          <p:cNvPr id="25" name="reveal_cover_B">
            <a:extLst>
              <a:ext uri="{FF2B5EF4-FFF2-40B4-BE49-F238E27FC236}">
                <ns2:creationId id="{3BFDB3E4-C71B-452A-9FA7-E0FEC55A3DE0}"/>
              </a:ext>
            </a:extLst>
          </p:cNvPr>
          <p:cNvSpPr>
            <a:spLocks noGrp="1"/>
          </p:cNvSpPr>
          <p:nvPr/>
        </p:nvSpPr>
        <p:spPr>
          <a:xfrm>
            <a:off x="6343650" y="5419725"/>
            <a:ext cx="5286375" cy="647700"/>
          </a:xfrm>
          <a:prstGeom prst="rect">
            <a:avLst/>
          </a:prstGeom>
          <a:solidFill>
            <a:srgbClr val="FAF7EF"/>
          </a:solidFill>
          <a:ln w="0">
            <a:noFill/>
          </a:ln>
        </p:spPr>
      </p:sp>
      <p:sp>
        <p:nvSpPr>
          <p:cNvPr id="26" name="reveal_cover_reason">
            <a:extLst>
              <a:ext uri="{FF2B5EF4-FFF2-40B4-BE49-F238E27FC236}">
                <ns2:creationId id="{6F8A8212-9F35-4B3A-9BDD-C9C2E414639B}"/>
              </a:ext>
            </a:extLst>
          </p:cNvPr>
          <p:cNvSpPr>
            <a:spLocks noGrp="1"/>
          </p:cNvSpPr>
          <p:nvPr/>
        </p:nvSpPr>
        <p:spPr>
          <a:xfrm>
            <a:off x="609600" y="6105525"/>
            <a:ext cx="10991850" cy="590550"/>
          </a:xfrm>
          <a:prstGeom prst="rect">
            <a:avLst/>
          </a:prstGeom>
          <a:solidFill>
            <a:srgbClr val="FAF7EF"/>
          </a:solidFill>
          <a:ln w="0">
            <a:noFill/>
          </a:ln>
        </p:spPr>
      </p:sp>
    </p:spTree>
    <p:extLst>
      <p:ext uri="{BB962C8B-B14F-4D97-AF65-F5344CB8AC3E}">
        <ns3:creationId val="1350306573"/>
      </p:ext>
    </p:extLst>
  </p:cSld>
  <p:timing>
    <p:tnLst>
      <p:par>
        <p:cTn dur="indefinite" nodeType="tmRoot" restart="never" id="1">
          <p:childTnLst>
            <p:seq concurrent="1" nextAc="seek">
              <p:cTn dur="indefinite" id="2" nodeType="mainSeq">
                <p:childTnLst>
                  <p:par>
                    <p:cTn fill="hold" id="3">
                      <p:stCondLst>
                        <p:cond delay="indefinite"/>
                      </p:stCondLst>
                      <p:childTnLst>
                        <p:par>
                          <p:cTn fill="hold" id="4">
                            <p:stCondLst>
                              <p:cond delay="0"/>
                            </p:stCondLst>
                            <p:childTnLst>
                              <p:par>
                                <p:cTn fill="hold" nodeType="clickEffect" presetClass="exit" presetID="1" presetSubtype="0" id="5">
                                  <p:stCondLst>
                                    <p:cond delay="0"/>
                                  </p:stCondLst>
                                  <p:childTnLst>
                                    <p:set>
                                      <p:cBhvr>
                                        <p:cTn dur="1" fill="hold" id="6">
                                          <p:stCondLst>
                                            <p:cond delay="0"/>
                                          </p:stCondLst>
                                        </p:cTn>
                                        <p:tgtEl>
                                          <p:spTgt spid="24"/>
                                        </p:tgtEl>
                                        <p:attrNameLst>
                                          <p:attrName>style.visibility</p:attrName>
                                        </p:attrNameLst>
                                      </p:cBhvr>
                                      <p:to>
                                        <p:strVal val="hidden"/>
                                      </p:to>
                                    </p:set>
                                  </p:childTnLst>
                                </p:cTn>
                              </p:par>
                              <p:par>
                                <p:cTn fill="hold" nodeType="withEffect" presetClass="exit" presetID="1" presetSubtype="0" id="7">
                                  <p:stCondLst>
                                    <p:cond delay="0"/>
                                  </p:stCondLst>
                                  <p:childTnLst>
                                    <p:set>
                                      <p:cBhvr>
                                        <p:cTn dur="1" fill="hold" id="8">
                                          <p:stCondLst>
                                            <p:cond delay="0"/>
                                          </p:stCondLst>
                                        </p:cTn>
                                        <p:tgtEl>
                                          <p:spTgt spid="25"/>
                                        </p:tgtEl>
                                        <p:attrNameLst>
                                          <p:attrName>style.visibility</p:attrName>
                                        </p:attrNameLst>
                                      </p:cBhvr>
                                      <p:to>
                                        <p:strVal val="hidden"/>
                                      </p:to>
                                    </p:set>
                                  </p:childTnLst>
                                </p:cTn>
                              </p:par>
                              <p:par>
                                <p:cTn fill="hold" nodeType="withEffect" presetClass="exit" presetID="1" presetSubtype="0" id="9">
                                  <p:stCondLst>
                                    <p:cond delay="0"/>
                                  </p:stCondLst>
                                  <p:childTnLst>
                                    <p:set>
                                      <p:cBhvr>
                                        <p:cTn dur="1" fill="hold" id="10">
                                          <p:stCondLst>
                                            <p:cond delay="0"/>
                                          </p:stCondLst>
                                        </p:cTn>
                                        <p:tgtEl>
                                          <p:spTgt spid="2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7EF"/>
        </a:solidFill>
      </p:bgPr>
    </p:bg>
    <p:spTree>
      <p:nvGrpSpPr>
        <p:cNvPr id="1" name=""/>
        <p:cNvGrpSpPr/>
        <p:nvPr/>
      </p:nvGrpSpPr>
      <p:grpSpPr>
        <a:xfrm/>
      </p:grpSpPr>
      <p:sp>
        <p:nvSpPr>
          <p:cNvPr id="61" name="Spacing and alignment">
            <a:extLst>
              <a:ext uri="{FF2B5EF4-FFF2-40B4-BE49-F238E27FC236}">
                <ns2:creationId id="{7E320CA8-117E-4502-92F0-35DB8A9E6239}"/>
              </a:ext>
            </a:extLst>
          </p:cNvPr>
          <p:cNvSpPr>
            <a:spLocks noGrp="1"/>
          </p:cNvSpPr>
          <p:nvPr/>
        </p:nvSpPr>
        <p:spPr>
          <a:xfrm>
            <a:off x="609600" y="381000"/>
            <a:ext cx="10953750" cy="952500"/>
          </a:xfrm>
          <a:prstGeom prst="rect">
            <a:avLst/>
          </a:prstGeom>
          <a:noFill/>
          <a:ln w="0">
            <a:noFill/>
          </a:ln>
        </p:spPr>
        <p:txBody>
          <a:bodyPr wrap="square" lIns="0" tIns="0" rIns="0" bIns="0">
            <a:noAutofit/>
          </a:bodyPr>
          <a:lstStyle/>
          <a:p>
            <a:pPr>
              <a:defRPr sz="3900" b="1">
                <a:solidFill>
                  <a:srgbClr val="191919"/>
                </a:solidFill>
                <a:latin typeface="Arial Black"/>
                <a:ea typeface="Arial Black"/>
                <a:cs typeface="Arial Black"/>
              </a:defRPr>
            </a:pPr>
            <a:r>
              <a:rPr sz="3900" b="1">
                <a:solidFill>
                  <a:srgbClr val="191919"/>
                </a:solidFill>
                <a:latin typeface="Arial Black"/>
                <a:ea typeface="Arial Black"/>
                <a:cs typeface="Arial Black"/>
              </a:rPr>
              <a:t>Spacing and alignment</a:t>
            </a:r>
          </a:p>
        </p:txBody>
      </p:sp>
      <p:sp>
        <p:nvSpPr>
          <p:cNvPr id="2" name="Which arrangement feels organized? Which feels chaotic?">
            <a:extLst>
              <a:ext uri="{FF2B5EF4-FFF2-40B4-BE49-F238E27FC236}">
                <ns2:creationId id="{462BCA7D-81C0-4443-9316-904F71873B26}"/>
              </a:ext>
            </a:extLst>
          </p:cNvPr>
          <p:cNvSpPr>
            <a:spLocks noGrp="1"/>
          </p:cNvSpPr>
          <p:nvPr/>
        </p:nvSpPr>
        <p:spPr>
          <a:xfrm>
            <a:off x="628650" y="1323975"/>
            <a:ext cx="10915650" cy="514350"/>
          </a:xfrm>
          <a:prstGeom prst="rect">
            <a:avLst/>
          </a:prstGeom>
          <a:noFill/>
          <a:ln w="0">
            <a:noFill/>
          </a:ln>
        </p:spPr>
        <p:txBody>
          <a:bodyPr wrap="square" lIns="0" tIns="0" rIns="0" bIns="0">
            <a:noAutofit/>
          </a:bodyPr>
          <a:lstStyle/>
          <a:p>
            <a:pPr>
              <a:defRPr sz="2100" b="0">
                <a:solidFill>
                  <a:srgbClr val="191919"/>
                </a:solidFill>
                <a:latin typeface="Arial"/>
                <a:ea typeface="Arial"/>
                <a:cs typeface="Arial"/>
              </a:defRPr>
            </a:pPr>
            <a:r>
              <a:rPr sz="2100" b="0">
                <a:solidFill>
                  <a:srgbClr val="191919"/>
                </a:solidFill>
                <a:latin typeface="Arial"/>
                <a:ea typeface="Arial"/>
                <a:cs typeface="Arial"/>
              </a:rPr>
              <a:t>Which arrangement feels organized? Which feels chaotic?</a:t>
            </a:r>
          </a:p>
        </p:txBody>
      </p:sp>
      <p:sp>
        <p:nvSpPr>
          <p:cNvPr id="3" name="shape" descr="Panel A: twenty-four equal black circles aligned in four evenly spaced rows.">
            <a:extLst>
              <a:ext uri="{FF2B5EF4-FFF2-40B4-BE49-F238E27FC236}">
                <ns2:creationId id="{F7B60DFD-5B78-4BDE-A694-FC7D86D004DD}"/>
              </a:ext>
            </a:extLst>
          </p:cNvPr>
          <p:cNvSpPr>
            <a:spLocks noGrp="1"/>
          </p:cNvSpPr>
          <p:nvPr/>
        </p:nvSpPr>
        <p:spPr>
          <a:xfrm>
            <a:off x="609600" y="1952625"/>
            <a:ext cx="5219700" cy="3314700"/>
          </a:xfrm>
          <a:prstGeom prst="rect">
            <a:avLst/>
          </a:prstGeom>
          <a:solidFill>
            <a:srgbClr val="FFFFFF"/>
          </a:solidFill>
          <a:ln w="0">
            <a:noFill/>
          </a:ln>
        </p:spPr>
      </p:sp>
      <p:sp>
        <p:nvSpPr>
          <p:cNvPr id="4" name="shape" descr="Panel B: twenty-four equal black circles scattered with uneven gaps.">
            <a:extLst>
              <a:ext uri="{FF2B5EF4-FFF2-40B4-BE49-F238E27FC236}">
                <ns2:creationId id="{268E30CC-24DB-40C9-88FC-30119CB10561}"/>
              </a:ext>
            </a:extLst>
          </p:cNvPr>
          <p:cNvSpPr>
            <a:spLocks noGrp="1"/>
          </p:cNvSpPr>
          <p:nvPr/>
        </p:nvSpPr>
        <p:spPr>
          <a:xfrm>
            <a:off x="6362700" y="1952625"/>
            <a:ext cx="5219700" cy="3314700"/>
          </a:xfrm>
          <a:prstGeom prst="rect">
            <a:avLst/>
          </a:prstGeom>
          <a:solidFill>
            <a:srgbClr val="FFFFFF"/>
          </a:solidFill>
          <a:ln w="0">
            <a:noFill/>
          </a:ln>
        </p:spPr>
      </p:sp>
      <p:sp>
        <p:nvSpPr>
          <p:cNvPr id="5" name="A">
            <a:extLst>
              <a:ext uri="{FF2B5EF4-FFF2-40B4-BE49-F238E27FC236}">
                <ns2:creationId id="{C25256A9-5016-412A-AC06-1C1748398977}"/>
              </a:ext>
            </a:extLst>
          </p:cNvPr>
          <p:cNvSpPr>
            <a:spLocks noGrp="1"/>
          </p:cNvSpPr>
          <p:nvPr/>
        </p:nvSpPr>
        <p:spPr>
          <a:xfrm>
            <a:off x="781050" y="2000250"/>
            <a:ext cx="381000" cy="381000"/>
          </a:xfrm>
          <a:prstGeom prst="rect">
            <a:avLst/>
          </a:prstGeom>
          <a:noFill/>
          <a:ln w="0">
            <a:noFill/>
          </a:ln>
        </p:spPr>
        <p:txBody>
          <a:bodyPr wrap="square" lIns="0" tIns="0" rIns="0" bIns="0">
            <a:noAutofit/>
          </a:bodyPr>
          <a:lstStyle/>
          <a:p>
            <a:pPr>
              <a:defRPr sz="1800" b="1">
                <a:solidFill>
                  <a:srgbClr val="1955DB"/>
                </a:solidFill>
                <a:latin typeface="Arial"/>
                <a:ea typeface="Arial"/>
                <a:cs typeface="Arial"/>
              </a:defRPr>
            </a:pPr>
            <a:r>
              <a:rPr sz="1800" b="1">
                <a:solidFill>
                  <a:srgbClr val="1955DB"/>
                </a:solidFill>
                <a:latin typeface="Arial"/>
                <a:ea typeface="Arial"/>
                <a:cs typeface="Arial"/>
              </a:rPr>
              <a:t>A</a:t>
            </a:r>
          </a:p>
        </p:txBody>
      </p:sp>
      <p:sp>
        <p:nvSpPr>
          <p:cNvPr id="6" name="B">
            <a:extLst>
              <a:ext uri="{FF2B5EF4-FFF2-40B4-BE49-F238E27FC236}">
                <ns2:creationId id="{7700EE42-0DD4-4806-9132-8D0C1C65872E}"/>
              </a:ext>
            </a:extLst>
          </p:cNvPr>
          <p:cNvSpPr>
            <a:spLocks noGrp="1"/>
          </p:cNvSpPr>
          <p:nvPr/>
        </p:nvSpPr>
        <p:spPr>
          <a:xfrm>
            <a:off x="6534150" y="2000250"/>
            <a:ext cx="381000" cy="381000"/>
          </a:xfrm>
          <a:prstGeom prst="rect">
            <a:avLst/>
          </a:prstGeom>
          <a:noFill/>
          <a:ln w="0">
            <a:noFill/>
          </a:ln>
        </p:spPr>
        <p:txBody>
          <a:bodyPr wrap="square" lIns="0" tIns="0" rIns="0" bIns="0">
            <a:noAutofit/>
          </a:bodyPr>
          <a:lstStyle/>
          <a:p>
            <a:pPr>
              <a:defRPr sz="1800" b="1">
                <a:solidFill>
                  <a:srgbClr val="1955DB"/>
                </a:solidFill>
                <a:latin typeface="Arial"/>
                <a:ea typeface="Arial"/>
                <a:cs typeface="Arial"/>
              </a:defRPr>
            </a:pPr>
            <a:r>
              <a:rPr sz="1800" b="1">
                <a:solidFill>
                  <a:srgbClr val="1955DB"/>
                </a:solidFill>
                <a:latin typeface="Arial"/>
                <a:ea typeface="Arial"/>
                <a:cs typeface="Arial"/>
              </a:rPr>
              <a:t>B</a:t>
            </a:r>
          </a:p>
        </p:txBody>
      </p:sp>
      <p:sp>
        <p:nvSpPr>
          <p:cNvPr id="7" name="circle">
            <a:extLst>
              <a:ext uri="{FF2B5EF4-FFF2-40B4-BE49-F238E27FC236}">
                <ns2:creationId id="{9AD1717C-E930-4F35-A1AD-A064B6E20093}"/>
              </a:ext>
            </a:extLst>
          </p:cNvPr>
          <p:cNvSpPr>
            <a:spLocks noGrp="1"/>
          </p:cNvSpPr>
          <p:nvPr/>
        </p:nvSpPr>
        <p:spPr>
          <a:xfrm>
            <a:off x="1076325" y="2524125"/>
            <a:ext cx="228600" cy="228600"/>
          </a:xfrm>
          <a:prstGeom prst="ellipse">
            <a:avLst/>
          </a:prstGeom>
          <a:solidFill>
            <a:srgbClr val="191919"/>
          </a:solidFill>
          <a:ln w="0">
            <a:noFill/>
          </a:ln>
        </p:spPr>
      </p:sp>
      <p:sp>
        <p:nvSpPr>
          <p:cNvPr id="8" name="circle">
            <a:extLst>
              <a:ext uri="{FF2B5EF4-FFF2-40B4-BE49-F238E27FC236}">
                <ns2:creationId id="{CB1BB70D-EFD2-4A14-AE3D-D4F61DDDC808}"/>
              </a:ext>
            </a:extLst>
          </p:cNvPr>
          <p:cNvSpPr>
            <a:spLocks noGrp="1"/>
          </p:cNvSpPr>
          <p:nvPr/>
        </p:nvSpPr>
        <p:spPr>
          <a:xfrm>
            <a:off x="1809750" y="2524125"/>
            <a:ext cx="228600" cy="228600"/>
          </a:xfrm>
          <a:prstGeom prst="ellipse">
            <a:avLst/>
          </a:prstGeom>
          <a:solidFill>
            <a:srgbClr val="191919"/>
          </a:solidFill>
          <a:ln w="0">
            <a:noFill/>
          </a:ln>
        </p:spPr>
      </p:sp>
      <p:sp>
        <p:nvSpPr>
          <p:cNvPr id="9" name="circle">
            <a:extLst>
              <a:ext uri="{FF2B5EF4-FFF2-40B4-BE49-F238E27FC236}">
                <ns2:creationId id="{1AF29083-28B7-426A-A1AA-C4FCD50048C8}"/>
              </a:ext>
            </a:extLst>
          </p:cNvPr>
          <p:cNvSpPr>
            <a:spLocks noGrp="1"/>
          </p:cNvSpPr>
          <p:nvPr/>
        </p:nvSpPr>
        <p:spPr>
          <a:xfrm>
            <a:off x="2543175" y="2524125"/>
            <a:ext cx="228600" cy="228600"/>
          </a:xfrm>
          <a:prstGeom prst="ellipse">
            <a:avLst/>
          </a:prstGeom>
          <a:solidFill>
            <a:srgbClr val="191919"/>
          </a:solidFill>
          <a:ln w="0">
            <a:noFill/>
          </a:ln>
        </p:spPr>
      </p:sp>
      <p:sp>
        <p:nvSpPr>
          <p:cNvPr id="10" name="circle">
            <a:extLst>
              <a:ext uri="{FF2B5EF4-FFF2-40B4-BE49-F238E27FC236}">
                <ns2:creationId id="{428841E9-59FA-46B9-AA79-DFABD9DADC32}"/>
              </a:ext>
            </a:extLst>
          </p:cNvPr>
          <p:cNvSpPr>
            <a:spLocks noGrp="1"/>
          </p:cNvSpPr>
          <p:nvPr/>
        </p:nvSpPr>
        <p:spPr>
          <a:xfrm>
            <a:off x="3276600" y="2524125"/>
            <a:ext cx="228600" cy="228600"/>
          </a:xfrm>
          <a:prstGeom prst="ellipse">
            <a:avLst/>
          </a:prstGeom>
          <a:solidFill>
            <a:srgbClr val="191919"/>
          </a:solidFill>
          <a:ln w="0">
            <a:noFill/>
          </a:ln>
        </p:spPr>
      </p:sp>
      <p:sp>
        <p:nvSpPr>
          <p:cNvPr id="11" name="circle">
            <a:extLst>
              <a:ext uri="{FF2B5EF4-FFF2-40B4-BE49-F238E27FC236}">
                <ns2:creationId id="{6F9E054C-4016-4B7F-AA7C-3707E4817E76}"/>
              </a:ext>
            </a:extLst>
          </p:cNvPr>
          <p:cNvSpPr>
            <a:spLocks noGrp="1"/>
          </p:cNvSpPr>
          <p:nvPr/>
        </p:nvSpPr>
        <p:spPr>
          <a:xfrm>
            <a:off x="4010025" y="2524125"/>
            <a:ext cx="228600" cy="228600"/>
          </a:xfrm>
          <a:prstGeom prst="ellipse">
            <a:avLst/>
          </a:prstGeom>
          <a:solidFill>
            <a:srgbClr val="191919"/>
          </a:solidFill>
          <a:ln w="0">
            <a:noFill/>
          </a:ln>
        </p:spPr>
      </p:sp>
      <p:sp>
        <p:nvSpPr>
          <p:cNvPr id="12" name="circle">
            <a:extLst>
              <a:ext uri="{FF2B5EF4-FFF2-40B4-BE49-F238E27FC236}">
                <ns2:creationId id="{094A7709-2326-4FF1-9094-F3779AE52E9F}"/>
              </a:ext>
            </a:extLst>
          </p:cNvPr>
          <p:cNvSpPr>
            <a:spLocks noGrp="1"/>
          </p:cNvSpPr>
          <p:nvPr/>
        </p:nvSpPr>
        <p:spPr>
          <a:xfrm>
            <a:off x="4743450" y="2524125"/>
            <a:ext cx="228600" cy="228600"/>
          </a:xfrm>
          <a:prstGeom prst="ellipse">
            <a:avLst/>
          </a:prstGeom>
          <a:solidFill>
            <a:srgbClr val="191919"/>
          </a:solidFill>
          <a:ln w="0">
            <a:noFill/>
          </a:ln>
        </p:spPr>
      </p:sp>
      <p:sp>
        <p:nvSpPr>
          <p:cNvPr id="13" name="circle">
            <a:extLst>
              <a:ext uri="{FF2B5EF4-FFF2-40B4-BE49-F238E27FC236}">
                <ns2:creationId id="{3958E6F2-F300-4FBD-A023-5A246B9E615B}"/>
              </a:ext>
            </a:extLst>
          </p:cNvPr>
          <p:cNvSpPr>
            <a:spLocks noGrp="1"/>
          </p:cNvSpPr>
          <p:nvPr/>
        </p:nvSpPr>
        <p:spPr>
          <a:xfrm>
            <a:off x="1076325" y="3162300"/>
            <a:ext cx="228600" cy="228600"/>
          </a:xfrm>
          <a:prstGeom prst="ellipse">
            <a:avLst/>
          </a:prstGeom>
          <a:solidFill>
            <a:srgbClr val="191919"/>
          </a:solidFill>
          <a:ln w="0">
            <a:noFill/>
          </a:ln>
        </p:spPr>
      </p:sp>
      <p:sp>
        <p:nvSpPr>
          <p:cNvPr id="14" name="circle">
            <a:extLst>
              <a:ext uri="{FF2B5EF4-FFF2-40B4-BE49-F238E27FC236}">
                <ns2:creationId id="{B150E47E-4509-4A4B-B211-235377129F81}"/>
              </a:ext>
            </a:extLst>
          </p:cNvPr>
          <p:cNvSpPr>
            <a:spLocks noGrp="1"/>
          </p:cNvSpPr>
          <p:nvPr/>
        </p:nvSpPr>
        <p:spPr>
          <a:xfrm>
            <a:off x="1809750" y="3162300"/>
            <a:ext cx="228600" cy="228600"/>
          </a:xfrm>
          <a:prstGeom prst="ellipse">
            <a:avLst/>
          </a:prstGeom>
          <a:solidFill>
            <a:srgbClr val="191919"/>
          </a:solidFill>
          <a:ln w="0">
            <a:noFill/>
          </a:ln>
        </p:spPr>
      </p:sp>
      <p:sp>
        <p:nvSpPr>
          <p:cNvPr id="15" name="circle">
            <a:extLst>
              <a:ext uri="{FF2B5EF4-FFF2-40B4-BE49-F238E27FC236}">
                <ns2:creationId id="{90795561-A59F-4D40-A569-2A723A16965D}"/>
              </a:ext>
            </a:extLst>
          </p:cNvPr>
          <p:cNvSpPr>
            <a:spLocks noGrp="1"/>
          </p:cNvSpPr>
          <p:nvPr/>
        </p:nvSpPr>
        <p:spPr>
          <a:xfrm>
            <a:off x="2543175" y="3162300"/>
            <a:ext cx="228600" cy="228600"/>
          </a:xfrm>
          <a:prstGeom prst="ellipse">
            <a:avLst/>
          </a:prstGeom>
          <a:solidFill>
            <a:srgbClr val="191919"/>
          </a:solidFill>
          <a:ln w="0">
            <a:noFill/>
          </a:ln>
        </p:spPr>
      </p:sp>
      <p:sp>
        <p:nvSpPr>
          <p:cNvPr id="16" name="circle">
            <a:extLst>
              <a:ext uri="{FF2B5EF4-FFF2-40B4-BE49-F238E27FC236}">
                <ns2:creationId id="{0B9DD667-8EFD-4EC6-8DA2-C1B8DEE1CDB9}"/>
              </a:ext>
            </a:extLst>
          </p:cNvPr>
          <p:cNvSpPr>
            <a:spLocks noGrp="1"/>
          </p:cNvSpPr>
          <p:nvPr/>
        </p:nvSpPr>
        <p:spPr>
          <a:xfrm>
            <a:off x="3276600" y="3162300"/>
            <a:ext cx="228600" cy="228600"/>
          </a:xfrm>
          <a:prstGeom prst="ellipse">
            <a:avLst/>
          </a:prstGeom>
          <a:solidFill>
            <a:srgbClr val="191919"/>
          </a:solidFill>
          <a:ln w="0">
            <a:noFill/>
          </a:ln>
        </p:spPr>
      </p:sp>
      <p:sp>
        <p:nvSpPr>
          <p:cNvPr id="17" name="circle">
            <a:extLst>
              <a:ext uri="{FF2B5EF4-FFF2-40B4-BE49-F238E27FC236}">
                <ns2:creationId id="{06466162-9110-4206-B80E-B2CDBB126C22}"/>
              </a:ext>
            </a:extLst>
          </p:cNvPr>
          <p:cNvSpPr>
            <a:spLocks noGrp="1"/>
          </p:cNvSpPr>
          <p:nvPr/>
        </p:nvSpPr>
        <p:spPr>
          <a:xfrm>
            <a:off x="4010025" y="3162300"/>
            <a:ext cx="228600" cy="228600"/>
          </a:xfrm>
          <a:prstGeom prst="ellipse">
            <a:avLst/>
          </a:prstGeom>
          <a:solidFill>
            <a:srgbClr val="191919"/>
          </a:solidFill>
          <a:ln w="0">
            <a:noFill/>
          </a:ln>
        </p:spPr>
      </p:sp>
      <p:sp>
        <p:nvSpPr>
          <p:cNvPr id="18" name="circle">
            <a:extLst>
              <a:ext uri="{FF2B5EF4-FFF2-40B4-BE49-F238E27FC236}">
                <ns2:creationId id="{B238AE58-F0EE-4F48-8CF9-9BDD611D5C25}"/>
              </a:ext>
            </a:extLst>
          </p:cNvPr>
          <p:cNvSpPr>
            <a:spLocks noGrp="1"/>
          </p:cNvSpPr>
          <p:nvPr/>
        </p:nvSpPr>
        <p:spPr>
          <a:xfrm>
            <a:off x="4743450" y="3162300"/>
            <a:ext cx="228600" cy="228600"/>
          </a:xfrm>
          <a:prstGeom prst="ellipse">
            <a:avLst/>
          </a:prstGeom>
          <a:solidFill>
            <a:srgbClr val="191919"/>
          </a:solidFill>
          <a:ln w="0">
            <a:noFill/>
          </a:ln>
        </p:spPr>
      </p:sp>
      <p:sp>
        <p:nvSpPr>
          <p:cNvPr id="19" name="circle">
            <a:extLst>
              <a:ext uri="{FF2B5EF4-FFF2-40B4-BE49-F238E27FC236}">
                <ns2:creationId id="{84379B4D-0B06-438A-9AB9-696B1ACC7C96}"/>
              </a:ext>
            </a:extLst>
          </p:cNvPr>
          <p:cNvSpPr>
            <a:spLocks noGrp="1"/>
          </p:cNvSpPr>
          <p:nvPr/>
        </p:nvSpPr>
        <p:spPr>
          <a:xfrm>
            <a:off x="1076325" y="3800475"/>
            <a:ext cx="228600" cy="228600"/>
          </a:xfrm>
          <a:prstGeom prst="ellipse">
            <a:avLst/>
          </a:prstGeom>
          <a:solidFill>
            <a:srgbClr val="191919"/>
          </a:solidFill>
          <a:ln w="0">
            <a:noFill/>
          </a:ln>
        </p:spPr>
      </p:sp>
      <p:sp>
        <p:nvSpPr>
          <p:cNvPr id="20" name="circle">
            <a:extLst>
              <a:ext uri="{FF2B5EF4-FFF2-40B4-BE49-F238E27FC236}">
                <ns2:creationId id="{C10A7865-98C7-43DA-98D6-41B09D0F4B69}"/>
              </a:ext>
            </a:extLst>
          </p:cNvPr>
          <p:cNvSpPr>
            <a:spLocks noGrp="1"/>
          </p:cNvSpPr>
          <p:nvPr/>
        </p:nvSpPr>
        <p:spPr>
          <a:xfrm>
            <a:off x="1809750" y="3800475"/>
            <a:ext cx="228600" cy="228600"/>
          </a:xfrm>
          <a:prstGeom prst="ellipse">
            <a:avLst/>
          </a:prstGeom>
          <a:solidFill>
            <a:srgbClr val="191919"/>
          </a:solidFill>
          <a:ln w="0">
            <a:noFill/>
          </a:ln>
        </p:spPr>
      </p:sp>
      <p:sp>
        <p:nvSpPr>
          <p:cNvPr id="21" name="circle">
            <a:extLst>
              <a:ext uri="{FF2B5EF4-FFF2-40B4-BE49-F238E27FC236}">
                <ns2:creationId id="{C6EC106F-BAFA-41D3-B6C1-C318A4658217}"/>
              </a:ext>
            </a:extLst>
          </p:cNvPr>
          <p:cNvSpPr>
            <a:spLocks noGrp="1"/>
          </p:cNvSpPr>
          <p:nvPr/>
        </p:nvSpPr>
        <p:spPr>
          <a:xfrm>
            <a:off x="2543175" y="3800475"/>
            <a:ext cx="228600" cy="228600"/>
          </a:xfrm>
          <a:prstGeom prst="ellipse">
            <a:avLst/>
          </a:prstGeom>
          <a:solidFill>
            <a:srgbClr val="191919"/>
          </a:solidFill>
          <a:ln w="0">
            <a:noFill/>
          </a:ln>
        </p:spPr>
      </p:sp>
      <p:sp>
        <p:nvSpPr>
          <p:cNvPr id="22" name="circle">
            <a:extLst>
              <a:ext uri="{FF2B5EF4-FFF2-40B4-BE49-F238E27FC236}">
                <ns2:creationId id="{FACF2E23-6A3B-499C-AA61-F398353670BA}"/>
              </a:ext>
            </a:extLst>
          </p:cNvPr>
          <p:cNvSpPr>
            <a:spLocks noGrp="1"/>
          </p:cNvSpPr>
          <p:nvPr/>
        </p:nvSpPr>
        <p:spPr>
          <a:xfrm>
            <a:off x="3276600" y="3800475"/>
            <a:ext cx="228600" cy="228600"/>
          </a:xfrm>
          <a:prstGeom prst="ellipse">
            <a:avLst/>
          </a:prstGeom>
          <a:solidFill>
            <a:srgbClr val="191919"/>
          </a:solidFill>
          <a:ln w="0">
            <a:noFill/>
          </a:ln>
        </p:spPr>
      </p:sp>
      <p:sp>
        <p:nvSpPr>
          <p:cNvPr id="23" name="circle">
            <a:extLst>
              <a:ext uri="{FF2B5EF4-FFF2-40B4-BE49-F238E27FC236}">
                <ns2:creationId id="{2F49164A-4F18-4EDB-A103-CDCA7CB47E14}"/>
              </a:ext>
            </a:extLst>
          </p:cNvPr>
          <p:cNvSpPr>
            <a:spLocks noGrp="1"/>
          </p:cNvSpPr>
          <p:nvPr/>
        </p:nvSpPr>
        <p:spPr>
          <a:xfrm>
            <a:off x="4010025" y="3800475"/>
            <a:ext cx="228600" cy="228600"/>
          </a:xfrm>
          <a:prstGeom prst="ellipse">
            <a:avLst/>
          </a:prstGeom>
          <a:solidFill>
            <a:srgbClr val="191919"/>
          </a:solidFill>
          <a:ln w="0">
            <a:noFill/>
          </a:ln>
        </p:spPr>
      </p:sp>
      <p:sp>
        <p:nvSpPr>
          <p:cNvPr id="24" name="circle">
            <a:extLst>
              <a:ext uri="{FF2B5EF4-FFF2-40B4-BE49-F238E27FC236}">
                <ns2:creationId id="{D8D6DDCA-90C6-417D-9E0F-5568B334675A}"/>
              </a:ext>
            </a:extLst>
          </p:cNvPr>
          <p:cNvSpPr>
            <a:spLocks noGrp="1"/>
          </p:cNvSpPr>
          <p:nvPr/>
        </p:nvSpPr>
        <p:spPr>
          <a:xfrm>
            <a:off x="4743450" y="3800475"/>
            <a:ext cx="228600" cy="228600"/>
          </a:xfrm>
          <a:prstGeom prst="ellipse">
            <a:avLst/>
          </a:prstGeom>
          <a:solidFill>
            <a:srgbClr val="191919"/>
          </a:solidFill>
          <a:ln w="0">
            <a:noFill/>
          </a:ln>
        </p:spPr>
      </p:sp>
      <p:sp>
        <p:nvSpPr>
          <p:cNvPr id="25" name="circle">
            <a:extLst>
              <a:ext uri="{FF2B5EF4-FFF2-40B4-BE49-F238E27FC236}">
                <ns2:creationId id="{5D2D9D69-E513-442A-8099-31FD5C5B4838}"/>
              </a:ext>
            </a:extLst>
          </p:cNvPr>
          <p:cNvSpPr>
            <a:spLocks noGrp="1"/>
          </p:cNvSpPr>
          <p:nvPr/>
        </p:nvSpPr>
        <p:spPr>
          <a:xfrm>
            <a:off x="1076325" y="4438650"/>
            <a:ext cx="228600" cy="228600"/>
          </a:xfrm>
          <a:prstGeom prst="ellipse">
            <a:avLst/>
          </a:prstGeom>
          <a:solidFill>
            <a:srgbClr val="191919"/>
          </a:solidFill>
          <a:ln w="0">
            <a:noFill/>
          </a:ln>
        </p:spPr>
      </p:sp>
      <p:sp>
        <p:nvSpPr>
          <p:cNvPr id="26" name="circle">
            <a:extLst>
              <a:ext uri="{FF2B5EF4-FFF2-40B4-BE49-F238E27FC236}">
                <ns2:creationId id="{43686B45-4E1A-46EE-8F72-1DBCFFDF71D8}"/>
              </a:ext>
            </a:extLst>
          </p:cNvPr>
          <p:cNvSpPr>
            <a:spLocks noGrp="1"/>
          </p:cNvSpPr>
          <p:nvPr/>
        </p:nvSpPr>
        <p:spPr>
          <a:xfrm>
            <a:off x="1809750" y="4438650"/>
            <a:ext cx="228600" cy="228600"/>
          </a:xfrm>
          <a:prstGeom prst="ellipse">
            <a:avLst/>
          </a:prstGeom>
          <a:solidFill>
            <a:srgbClr val="191919"/>
          </a:solidFill>
          <a:ln w="0">
            <a:noFill/>
          </a:ln>
        </p:spPr>
      </p:sp>
      <p:sp>
        <p:nvSpPr>
          <p:cNvPr id="27" name="circle">
            <a:extLst>
              <a:ext uri="{FF2B5EF4-FFF2-40B4-BE49-F238E27FC236}">
                <ns2:creationId id="{D5EDB1D5-9FB3-4F04-9D23-39B3D56C0692}"/>
              </a:ext>
            </a:extLst>
          </p:cNvPr>
          <p:cNvSpPr>
            <a:spLocks noGrp="1"/>
          </p:cNvSpPr>
          <p:nvPr/>
        </p:nvSpPr>
        <p:spPr>
          <a:xfrm>
            <a:off x="2543175" y="4438650"/>
            <a:ext cx="228600" cy="228600"/>
          </a:xfrm>
          <a:prstGeom prst="ellipse">
            <a:avLst/>
          </a:prstGeom>
          <a:solidFill>
            <a:srgbClr val="191919"/>
          </a:solidFill>
          <a:ln w="0">
            <a:noFill/>
          </a:ln>
        </p:spPr>
      </p:sp>
      <p:sp>
        <p:nvSpPr>
          <p:cNvPr id="28" name="circle">
            <a:extLst>
              <a:ext uri="{FF2B5EF4-FFF2-40B4-BE49-F238E27FC236}">
                <ns2:creationId id="{523FB26C-A85E-43B7-9B58-E2CD6A322FF3}"/>
              </a:ext>
            </a:extLst>
          </p:cNvPr>
          <p:cNvSpPr>
            <a:spLocks noGrp="1"/>
          </p:cNvSpPr>
          <p:nvPr/>
        </p:nvSpPr>
        <p:spPr>
          <a:xfrm>
            <a:off x="3276600" y="4438650"/>
            <a:ext cx="228600" cy="228600"/>
          </a:xfrm>
          <a:prstGeom prst="ellipse">
            <a:avLst/>
          </a:prstGeom>
          <a:solidFill>
            <a:srgbClr val="191919"/>
          </a:solidFill>
          <a:ln w="0">
            <a:noFill/>
          </a:ln>
        </p:spPr>
      </p:sp>
      <p:sp>
        <p:nvSpPr>
          <p:cNvPr id="29" name="circle">
            <a:extLst>
              <a:ext uri="{FF2B5EF4-FFF2-40B4-BE49-F238E27FC236}">
                <ns2:creationId id="{143F714A-F01D-4A7F-8D4B-564A8BD61928}"/>
              </a:ext>
            </a:extLst>
          </p:cNvPr>
          <p:cNvSpPr>
            <a:spLocks noGrp="1"/>
          </p:cNvSpPr>
          <p:nvPr/>
        </p:nvSpPr>
        <p:spPr>
          <a:xfrm>
            <a:off x="4010025" y="4438650"/>
            <a:ext cx="228600" cy="228600"/>
          </a:xfrm>
          <a:prstGeom prst="ellipse">
            <a:avLst/>
          </a:prstGeom>
          <a:solidFill>
            <a:srgbClr val="191919"/>
          </a:solidFill>
          <a:ln w="0">
            <a:noFill/>
          </a:ln>
        </p:spPr>
      </p:sp>
      <p:sp>
        <p:nvSpPr>
          <p:cNvPr id="30" name="circle">
            <a:extLst>
              <a:ext uri="{FF2B5EF4-FFF2-40B4-BE49-F238E27FC236}">
                <ns2:creationId id="{6B46D47E-CBCA-4C1A-B40D-01964424120E}"/>
              </a:ext>
            </a:extLst>
          </p:cNvPr>
          <p:cNvSpPr>
            <a:spLocks noGrp="1"/>
          </p:cNvSpPr>
          <p:nvPr/>
        </p:nvSpPr>
        <p:spPr>
          <a:xfrm>
            <a:off x="4743450" y="4438650"/>
            <a:ext cx="228600" cy="228600"/>
          </a:xfrm>
          <a:prstGeom prst="ellipse">
            <a:avLst/>
          </a:prstGeom>
          <a:solidFill>
            <a:srgbClr val="191919"/>
          </a:solidFill>
          <a:ln w="0">
            <a:noFill/>
          </a:ln>
        </p:spPr>
      </p:sp>
      <p:sp>
        <p:nvSpPr>
          <p:cNvPr id="31" name="circle">
            <a:extLst>
              <a:ext uri="{FF2B5EF4-FFF2-40B4-BE49-F238E27FC236}">
                <ns2:creationId id="{20F7AEF4-43A0-4601-94E0-E2DBEA85E0B8}"/>
              </a:ext>
            </a:extLst>
          </p:cNvPr>
          <p:cNvSpPr>
            <a:spLocks noGrp="1"/>
          </p:cNvSpPr>
          <p:nvPr/>
        </p:nvSpPr>
        <p:spPr>
          <a:xfrm>
            <a:off x="6791325" y="2447925"/>
            <a:ext cx="228600" cy="228600"/>
          </a:xfrm>
          <a:prstGeom prst="ellipse">
            <a:avLst/>
          </a:prstGeom>
          <a:solidFill>
            <a:srgbClr val="191919"/>
          </a:solidFill>
          <a:ln w="0">
            <a:noFill/>
          </a:ln>
        </p:spPr>
      </p:sp>
      <p:sp>
        <p:nvSpPr>
          <p:cNvPr id="32" name="circle">
            <a:extLst>
              <a:ext uri="{FF2B5EF4-FFF2-40B4-BE49-F238E27FC236}">
                <ns2:creationId id="{258EEC35-78E8-4C03-8C35-4AB2137E0224}"/>
              </a:ext>
            </a:extLst>
          </p:cNvPr>
          <p:cNvSpPr>
            <a:spLocks noGrp="1"/>
          </p:cNvSpPr>
          <p:nvPr/>
        </p:nvSpPr>
        <p:spPr>
          <a:xfrm>
            <a:off x="7391400" y="2562225"/>
            <a:ext cx="228600" cy="228600"/>
          </a:xfrm>
          <a:prstGeom prst="ellipse">
            <a:avLst/>
          </a:prstGeom>
          <a:solidFill>
            <a:srgbClr val="191919"/>
          </a:solidFill>
          <a:ln w="0">
            <a:noFill/>
          </a:ln>
        </p:spPr>
      </p:sp>
      <p:sp>
        <p:nvSpPr>
          <p:cNvPr id="33" name="circle">
            <a:extLst>
              <a:ext uri="{FF2B5EF4-FFF2-40B4-BE49-F238E27FC236}">
                <ns2:creationId id="{2CB752D3-4E8D-4203-84B2-D14E428CC822}"/>
              </a:ext>
            </a:extLst>
          </p:cNvPr>
          <p:cNvSpPr>
            <a:spLocks noGrp="1"/>
          </p:cNvSpPr>
          <p:nvPr/>
        </p:nvSpPr>
        <p:spPr>
          <a:xfrm>
            <a:off x="8220075" y="2657475"/>
            <a:ext cx="228600" cy="228600"/>
          </a:xfrm>
          <a:prstGeom prst="ellipse">
            <a:avLst/>
          </a:prstGeom>
          <a:solidFill>
            <a:srgbClr val="191919"/>
          </a:solidFill>
          <a:ln w="0">
            <a:noFill/>
          </a:ln>
        </p:spPr>
      </p:sp>
      <p:sp>
        <p:nvSpPr>
          <p:cNvPr id="34" name="circle">
            <a:extLst>
              <a:ext uri="{FF2B5EF4-FFF2-40B4-BE49-F238E27FC236}">
                <ns2:creationId id="{660C57DB-535D-4CDD-A9E1-875D7812A381}"/>
              </a:ext>
            </a:extLst>
          </p:cNvPr>
          <p:cNvSpPr>
            <a:spLocks noGrp="1"/>
          </p:cNvSpPr>
          <p:nvPr/>
        </p:nvSpPr>
        <p:spPr>
          <a:xfrm>
            <a:off x="9124950" y="2466975"/>
            <a:ext cx="228600" cy="228600"/>
          </a:xfrm>
          <a:prstGeom prst="ellipse">
            <a:avLst/>
          </a:prstGeom>
          <a:solidFill>
            <a:srgbClr val="191919"/>
          </a:solidFill>
          <a:ln w="0">
            <a:noFill/>
          </a:ln>
        </p:spPr>
      </p:sp>
      <p:sp>
        <p:nvSpPr>
          <p:cNvPr id="35" name="circle">
            <a:extLst>
              <a:ext uri="{FF2B5EF4-FFF2-40B4-BE49-F238E27FC236}">
                <ns2:creationId id="{AB2BF660-3F88-4A8F-9F32-53B8E67AE0C4}"/>
              </a:ext>
            </a:extLst>
          </p:cNvPr>
          <p:cNvSpPr>
            <a:spLocks noGrp="1"/>
          </p:cNvSpPr>
          <p:nvPr/>
        </p:nvSpPr>
        <p:spPr>
          <a:xfrm>
            <a:off x="9934575" y="2952750"/>
            <a:ext cx="228600" cy="228600"/>
          </a:xfrm>
          <a:prstGeom prst="ellipse">
            <a:avLst/>
          </a:prstGeom>
          <a:solidFill>
            <a:srgbClr val="191919"/>
          </a:solidFill>
          <a:ln w="0">
            <a:noFill/>
          </a:ln>
        </p:spPr>
      </p:sp>
      <p:sp>
        <p:nvSpPr>
          <p:cNvPr id="36" name="circle">
            <a:extLst>
              <a:ext uri="{FF2B5EF4-FFF2-40B4-BE49-F238E27FC236}">
                <ns2:creationId id="{F98A05ED-798A-4B9F-967F-FB1A12FE0AA5}"/>
              </a:ext>
            </a:extLst>
          </p:cNvPr>
          <p:cNvSpPr>
            <a:spLocks noGrp="1"/>
          </p:cNvSpPr>
          <p:nvPr/>
        </p:nvSpPr>
        <p:spPr>
          <a:xfrm>
            <a:off x="10591800" y="2590800"/>
            <a:ext cx="228600" cy="228600"/>
          </a:xfrm>
          <a:prstGeom prst="ellipse">
            <a:avLst/>
          </a:prstGeom>
          <a:solidFill>
            <a:srgbClr val="191919"/>
          </a:solidFill>
          <a:ln w="0">
            <a:noFill/>
          </a:ln>
        </p:spPr>
      </p:sp>
      <p:sp>
        <p:nvSpPr>
          <p:cNvPr id="37" name="circle">
            <a:extLst>
              <a:ext uri="{FF2B5EF4-FFF2-40B4-BE49-F238E27FC236}">
                <ns2:creationId id="{7CEE6887-32DD-480F-A1E8-28988FE0A9C6}"/>
              </a:ext>
            </a:extLst>
          </p:cNvPr>
          <p:cNvSpPr>
            <a:spLocks noGrp="1"/>
          </p:cNvSpPr>
          <p:nvPr/>
        </p:nvSpPr>
        <p:spPr>
          <a:xfrm>
            <a:off x="7058025" y="3114675"/>
            <a:ext cx="228600" cy="228600"/>
          </a:xfrm>
          <a:prstGeom prst="ellipse">
            <a:avLst/>
          </a:prstGeom>
          <a:solidFill>
            <a:srgbClr val="191919"/>
          </a:solidFill>
          <a:ln w="0">
            <a:noFill/>
          </a:ln>
        </p:spPr>
      </p:sp>
      <p:sp>
        <p:nvSpPr>
          <p:cNvPr id="38" name="circle">
            <a:extLst>
              <a:ext uri="{FF2B5EF4-FFF2-40B4-BE49-F238E27FC236}">
                <ns2:creationId id="{677686C9-3F2A-4A44-BFBA-5D86B5C85EAD}"/>
              </a:ext>
            </a:extLst>
          </p:cNvPr>
          <p:cNvSpPr>
            <a:spLocks noGrp="1"/>
          </p:cNvSpPr>
          <p:nvPr/>
        </p:nvSpPr>
        <p:spPr>
          <a:xfrm>
            <a:off x="7553325" y="3076575"/>
            <a:ext cx="228600" cy="228600"/>
          </a:xfrm>
          <a:prstGeom prst="ellipse">
            <a:avLst/>
          </a:prstGeom>
          <a:solidFill>
            <a:srgbClr val="191919"/>
          </a:solidFill>
          <a:ln w="0">
            <a:noFill/>
          </a:ln>
        </p:spPr>
      </p:sp>
      <p:sp>
        <p:nvSpPr>
          <p:cNvPr id="39" name="circle">
            <a:extLst>
              <a:ext uri="{FF2B5EF4-FFF2-40B4-BE49-F238E27FC236}">
                <ns2:creationId id="{0A69CE6D-C72F-4FE2-92AC-F87AB24BDF5B}"/>
              </a:ext>
            </a:extLst>
          </p:cNvPr>
          <p:cNvSpPr>
            <a:spLocks noGrp="1"/>
          </p:cNvSpPr>
          <p:nvPr/>
        </p:nvSpPr>
        <p:spPr>
          <a:xfrm>
            <a:off x="8534400" y="3495675"/>
            <a:ext cx="228600" cy="228600"/>
          </a:xfrm>
          <a:prstGeom prst="ellipse">
            <a:avLst/>
          </a:prstGeom>
          <a:solidFill>
            <a:srgbClr val="191919"/>
          </a:solidFill>
          <a:ln w="0">
            <a:noFill/>
          </a:ln>
        </p:spPr>
      </p:sp>
      <p:sp>
        <p:nvSpPr>
          <p:cNvPr id="40" name="circle">
            <a:extLst>
              <a:ext uri="{FF2B5EF4-FFF2-40B4-BE49-F238E27FC236}">
                <ns2:creationId id="{DB448A0D-9DFB-48C3-9084-622749AAA8A2}"/>
              </a:ext>
            </a:extLst>
          </p:cNvPr>
          <p:cNvSpPr>
            <a:spLocks noGrp="1"/>
          </p:cNvSpPr>
          <p:nvPr/>
        </p:nvSpPr>
        <p:spPr>
          <a:xfrm>
            <a:off x="9058275" y="3133725"/>
            <a:ext cx="228600" cy="228600"/>
          </a:xfrm>
          <a:prstGeom prst="ellipse">
            <a:avLst/>
          </a:prstGeom>
          <a:solidFill>
            <a:srgbClr val="191919"/>
          </a:solidFill>
          <a:ln w="0">
            <a:noFill/>
          </a:ln>
        </p:spPr>
      </p:sp>
      <p:sp>
        <p:nvSpPr>
          <p:cNvPr id="41" name="circle">
            <a:extLst>
              <a:ext uri="{FF2B5EF4-FFF2-40B4-BE49-F238E27FC236}">
                <ns2:creationId id="{B180A0A6-4A57-4023-AE69-C20DAE56C73A}"/>
              </a:ext>
            </a:extLst>
          </p:cNvPr>
          <p:cNvSpPr>
            <a:spLocks noGrp="1"/>
          </p:cNvSpPr>
          <p:nvPr/>
        </p:nvSpPr>
        <p:spPr>
          <a:xfrm>
            <a:off x="10106025" y="3448050"/>
            <a:ext cx="228600" cy="228600"/>
          </a:xfrm>
          <a:prstGeom prst="ellipse">
            <a:avLst/>
          </a:prstGeom>
          <a:solidFill>
            <a:srgbClr val="191919"/>
          </a:solidFill>
          <a:ln w="0">
            <a:noFill/>
          </a:ln>
        </p:spPr>
      </p:sp>
      <p:sp>
        <p:nvSpPr>
          <p:cNvPr id="42" name="circle">
            <a:extLst>
              <a:ext uri="{FF2B5EF4-FFF2-40B4-BE49-F238E27FC236}">
                <ns2:creationId id="{D68D4A0A-FB7C-4E63-85B4-734F55C121E7}"/>
              </a:ext>
            </a:extLst>
          </p:cNvPr>
          <p:cNvSpPr>
            <a:spLocks noGrp="1"/>
          </p:cNvSpPr>
          <p:nvPr/>
        </p:nvSpPr>
        <p:spPr>
          <a:xfrm>
            <a:off x="10753725" y="3114675"/>
            <a:ext cx="228600" cy="228600"/>
          </a:xfrm>
          <a:prstGeom prst="ellipse">
            <a:avLst/>
          </a:prstGeom>
          <a:solidFill>
            <a:srgbClr val="191919"/>
          </a:solidFill>
          <a:ln w="0">
            <a:noFill/>
          </a:ln>
        </p:spPr>
      </p:sp>
      <p:sp>
        <p:nvSpPr>
          <p:cNvPr id="43" name="circle">
            <a:extLst>
              <a:ext uri="{FF2B5EF4-FFF2-40B4-BE49-F238E27FC236}">
                <ns2:creationId id="{B6A5FB83-65D1-484F-B9D4-FB9DB38FE1CC}"/>
              </a:ext>
            </a:extLst>
          </p:cNvPr>
          <p:cNvSpPr>
            <a:spLocks noGrp="1"/>
          </p:cNvSpPr>
          <p:nvPr/>
        </p:nvSpPr>
        <p:spPr>
          <a:xfrm>
            <a:off x="6819900" y="4114800"/>
            <a:ext cx="228600" cy="228600"/>
          </a:xfrm>
          <a:prstGeom prst="ellipse">
            <a:avLst/>
          </a:prstGeom>
          <a:solidFill>
            <a:srgbClr val="191919"/>
          </a:solidFill>
          <a:ln w="0">
            <a:noFill/>
          </a:ln>
        </p:spPr>
      </p:sp>
      <p:sp>
        <p:nvSpPr>
          <p:cNvPr id="44" name="circle">
            <a:extLst>
              <a:ext uri="{FF2B5EF4-FFF2-40B4-BE49-F238E27FC236}">
                <ns2:creationId id="{6C030B5E-6935-421B-939E-2A8BFD68409B}"/>
              </a:ext>
            </a:extLst>
          </p:cNvPr>
          <p:cNvSpPr>
            <a:spLocks noGrp="1"/>
          </p:cNvSpPr>
          <p:nvPr/>
        </p:nvSpPr>
        <p:spPr>
          <a:xfrm>
            <a:off x="7439025" y="3781425"/>
            <a:ext cx="228600" cy="228600"/>
          </a:xfrm>
          <a:prstGeom prst="ellipse">
            <a:avLst/>
          </a:prstGeom>
          <a:solidFill>
            <a:srgbClr val="191919"/>
          </a:solidFill>
          <a:ln w="0">
            <a:noFill/>
          </a:ln>
        </p:spPr>
      </p:sp>
      <p:sp>
        <p:nvSpPr>
          <p:cNvPr id="45" name="circle">
            <a:extLst>
              <a:ext uri="{FF2B5EF4-FFF2-40B4-BE49-F238E27FC236}">
                <ns2:creationId id="{C062D677-5C40-49BB-844A-6A6D37D5A309}"/>
              </a:ext>
            </a:extLst>
          </p:cNvPr>
          <p:cNvSpPr>
            <a:spLocks noGrp="1"/>
          </p:cNvSpPr>
          <p:nvPr/>
        </p:nvSpPr>
        <p:spPr>
          <a:xfrm>
            <a:off x="8029575" y="4381500"/>
            <a:ext cx="228600" cy="228600"/>
          </a:xfrm>
          <a:prstGeom prst="ellipse">
            <a:avLst/>
          </a:prstGeom>
          <a:solidFill>
            <a:srgbClr val="191919"/>
          </a:solidFill>
          <a:ln w="0">
            <a:noFill/>
          </a:ln>
        </p:spPr>
      </p:sp>
      <p:sp>
        <p:nvSpPr>
          <p:cNvPr id="46" name="circle">
            <a:extLst>
              <a:ext uri="{FF2B5EF4-FFF2-40B4-BE49-F238E27FC236}">
                <ns2:creationId id="{73D79CBD-E70B-4779-87B7-325B3E46D84A}"/>
              </a:ext>
            </a:extLst>
          </p:cNvPr>
          <p:cNvSpPr>
            <a:spLocks noGrp="1"/>
          </p:cNvSpPr>
          <p:nvPr/>
        </p:nvSpPr>
        <p:spPr>
          <a:xfrm>
            <a:off x="8839200" y="3962400"/>
            <a:ext cx="228600" cy="228600"/>
          </a:xfrm>
          <a:prstGeom prst="ellipse">
            <a:avLst/>
          </a:prstGeom>
          <a:solidFill>
            <a:srgbClr val="191919"/>
          </a:solidFill>
          <a:ln w="0">
            <a:noFill/>
          </a:ln>
        </p:spPr>
      </p:sp>
      <p:sp>
        <p:nvSpPr>
          <p:cNvPr id="47" name="circle">
            <a:extLst>
              <a:ext uri="{FF2B5EF4-FFF2-40B4-BE49-F238E27FC236}">
                <ns2:creationId id="{C47AF78D-07CC-49B7-AEC7-0DF277A4C502}"/>
              </a:ext>
            </a:extLst>
          </p:cNvPr>
          <p:cNvSpPr>
            <a:spLocks noGrp="1"/>
          </p:cNvSpPr>
          <p:nvPr/>
        </p:nvSpPr>
        <p:spPr>
          <a:xfrm>
            <a:off x="9667875" y="3886200"/>
            <a:ext cx="228600" cy="228600"/>
          </a:xfrm>
          <a:prstGeom prst="ellipse">
            <a:avLst/>
          </a:prstGeom>
          <a:solidFill>
            <a:srgbClr val="191919"/>
          </a:solidFill>
          <a:ln w="0">
            <a:noFill/>
          </a:ln>
        </p:spPr>
      </p:sp>
      <p:sp>
        <p:nvSpPr>
          <p:cNvPr id="48" name="circle">
            <a:extLst>
              <a:ext uri="{FF2B5EF4-FFF2-40B4-BE49-F238E27FC236}">
                <ns2:creationId id="{D023CE2C-FAC4-48E3-8194-0B0EA7F61D47}"/>
              </a:ext>
            </a:extLst>
          </p:cNvPr>
          <p:cNvSpPr>
            <a:spLocks noGrp="1"/>
          </p:cNvSpPr>
          <p:nvPr/>
        </p:nvSpPr>
        <p:spPr>
          <a:xfrm>
            <a:off x="10639425" y="4267200"/>
            <a:ext cx="228600" cy="228600"/>
          </a:xfrm>
          <a:prstGeom prst="ellipse">
            <a:avLst/>
          </a:prstGeom>
          <a:solidFill>
            <a:srgbClr val="191919"/>
          </a:solidFill>
          <a:ln w="0">
            <a:noFill/>
          </a:ln>
        </p:spPr>
      </p:sp>
      <p:sp>
        <p:nvSpPr>
          <p:cNvPr id="49" name="circle">
            <a:extLst>
              <a:ext uri="{FF2B5EF4-FFF2-40B4-BE49-F238E27FC236}">
                <ns2:creationId id="{E8B9BAFB-E14B-4CAC-AF84-93178CDB961C}"/>
              </a:ext>
            </a:extLst>
          </p:cNvPr>
          <p:cNvSpPr>
            <a:spLocks noGrp="1"/>
          </p:cNvSpPr>
          <p:nvPr/>
        </p:nvSpPr>
        <p:spPr>
          <a:xfrm>
            <a:off x="7162800" y="4686300"/>
            <a:ext cx="228600" cy="228600"/>
          </a:xfrm>
          <a:prstGeom prst="ellipse">
            <a:avLst/>
          </a:prstGeom>
          <a:solidFill>
            <a:srgbClr val="191919"/>
          </a:solidFill>
          <a:ln w="0">
            <a:noFill/>
          </a:ln>
        </p:spPr>
      </p:sp>
      <p:sp>
        <p:nvSpPr>
          <p:cNvPr id="50" name="circle">
            <a:extLst>
              <a:ext uri="{FF2B5EF4-FFF2-40B4-BE49-F238E27FC236}">
                <ns2:creationId id="{7BFF9462-999F-4704-9E83-D1CDED81672A}"/>
              </a:ext>
            </a:extLst>
          </p:cNvPr>
          <p:cNvSpPr>
            <a:spLocks noGrp="1"/>
          </p:cNvSpPr>
          <p:nvPr/>
        </p:nvSpPr>
        <p:spPr>
          <a:xfrm>
            <a:off x="8001000" y="3905250"/>
            <a:ext cx="228600" cy="228600"/>
          </a:xfrm>
          <a:prstGeom prst="ellipse">
            <a:avLst/>
          </a:prstGeom>
          <a:solidFill>
            <a:srgbClr val="191919"/>
          </a:solidFill>
          <a:ln w="0">
            <a:noFill/>
          </a:ln>
        </p:spPr>
      </p:sp>
      <p:sp>
        <p:nvSpPr>
          <p:cNvPr id="51" name="circle">
            <a:extLst>
              <a:ext uri="{FF2B5EF4-FFF2-40B4-BE49-F238E27FC236}">
                <ns2:creationId id="{C6DD53E9-CC8A-44E3-AAB7-3ED850EDF7F1}"/>
              </a:ext>
            </a:extLst>
          </p:cNvPr>
          <p:cNvSpPr>
            <a:spLocks noGrp="1"/>
          </p:cNvSpPr>
          <p:nvPr/>
        </p:nvSpPr>
        <p:spPr>
          <a:xfrm>
            <a:off x="8477250" y="4819650"/>
            <a:ext cx="228600" cy="228600"/>
          </a:xfrm>
          <a:prstGeom prst="ellipse">
            <a:avLst/>
          </a:prstGeom>
          <a:solidFill>
            <a:srgbClr val="191919"/>
          </a:solidFill>
          <a:ln w="0">
            <a:noFill/>
          </a:ln>
        </p:spPr>
      </p:sp>
      <p:sp>
        <p:nvSpPr>
          <p:cNvPr id="52" name="circle">
            <a:extLst>
              <a:ext uri="{FF2B5EF4-FFF2-40B4-BE49-F238E27FC236}">
                <ns2:creationId id="{1F6494A6-AA3B-41E3-B167-43C2AAA48DE4}"/>
              </a:ext>
            </a:extLst>
          </p:cNvPr>
          <p:cNvSpPr>
            <a:spLocks noGrp="1"/>
          </p:cNvSpPr>
          <p:nvPr/>
        </p:nvSpPr>
        <p:spPr>
          <a:xfrm>
            <a:off x="9391650" y="4638675"/>
            <a:ext cx="228600" cy="228600"/>
          </a:xfrm>
          <a:prstGeom prst="ellipse">
            <a:avLst/>
          </a:prstGeom>
          <a:solidFill>
            <a:srgbClr val="191919"/>
          </a:solidFill>
          <a:ln w="0">
            <a:noFill/>
          </a:ln>
        </p:spPr>
      </p:sp>
      <p:sp>
        <p:nvSpPr>
          <p:cNvPr id="53" name="circle">
            <a:extLst>
              <a:ext uri="{FF2B5EF4-FFF2-40B4-BE49-F238E27FC236}">
                <ns2:creationId id="{13BE5B45-1D17-497D-B185-3095E55CC6D8}"/>
              </a:ext>
            </a:extLst>
          </p:cNvPr>
          <p:cNvSpPr>
            <a:spLocks noGrp="1"/>
          </p:cNvSpPr>
          <p:nvPr/>
        </p:nvSpPr>
        <p:spPr>
          <a:xfrm>
            <a:off x="10125075" y="4724400"/>
            <a:ext cx="228600" cy="228600"/>
          </a:xfrm>
          <a:prstGeom prst="ellipse">
            <a:avLst/>
          </a:prstGeom>
          <a:solidFill>
            <a:srgbClr val="191919"/>
          </a:solidFill>
          <a:ln w="0">
            <a:noFill/>
          </a:ln>
        </p:spPr>
      </p:sp>
      <p:sp>
        <p:nvSpPr>
          <p:cNvPr id="54" name="circle">
            <a:extLst>
              <a:ext uri="{FF2B5EF4-FFF2-40B4-BE49-F238E27FC236}">
                <ns2:creationId id="{92DB98C6-3210-4E37-84DA-4AFB74F2E58F}"/>
              </a:ext>
            </a:extLst>
          </p:cNvPr>
          <p:cNvSpPr>
            <a:spLocks noGrp="1"/>
          </p:cNvSpPr>
          <p:nvPr/>
        </p:nvSpPr>
        <p:spPr>
          <a:xfrm>
            <a:off x="10858500" y="4838700"/>
            <a:ext cx="228600" cy="228600"/>
          </a:xfrm>
          <a:prstGeom prst="ellipse">
            <a:avLst/>
          </a:prstGeom>
          <a:solidFill>
            <a:srgbClr val="191919"/>
          </a:solidFill>
          <a:ln w="0">
            <a:noFill/>
          </a:ln>
        </p:spPr>
      </p:sp>
      <p:sp>
        <p:nvSpPr>
          <p:cNvPr id="55" name="Organized">
            <a:extLst>
              <a:ext uri="{FF2B5EF4-FFF2-40B4-BE49-F238E27FC236}">
                <ns2:creationId id="{36D510EE-9895-45BB-9E1A-8003C639B951}"/>
              </a:ext>
            </a:extLst>
          </p:cNvPr>
          <p:cNvSpPr>
            <a:spLocks noGrp="1"/>
          </p:cNvSpPr>
          <p:nvPr/>
        </p:nvSpPr>
        <p:spPr>
          <a:xfrm>
            <a:off x="781050" y="5438775"/>
            <a:ext cx="4953000" cy="457200"/>
          </a:xfrm>
          <a:prstGeom prst="rect">
            <a:avLst/>
          </a:prstGeom>
          <a:noFill/>
          <a:ln w="0">
            <a:noFill/>
          </a:ln>
        </p:spPr>
        <p:txBody>
          <a:bodyPr wrap="square" lIns="0" tIns="0" rIns="0" bIns="0">
            <a:noAutofit/>
          </a:bodyPr>
          <a:lstStyle/>
          <a:p>
            <a:pPr>
              <a:defRPr sz="2550" b="1">
                <a:solidFill>
                  <a:srgbClr val="1955DB"/>
                </a:solidFill>
                <a:latin typeface="Arial Black"/>
                <a:ea typeface="Arial Black"/>
                <a:cs typeface="Arial Black"/>
              </a:defRPr>
            </a:pPr>
            <a:r>
              <a:rPr sz="2550" b="1">
                <a:solidFill>
                  <a:srgbClr val="1955DB"/>
                </a:solidFill>
                <a:latin typeface="Arial Black"/>
                <a:ea typeface="Arial Black"/>
                <a:cs typeface="Arial Black"/>
              </a:rPr>
              <a:t>Organized</a:t>
            </a:r>
          </a:p>
        </p:txBody>
      </p:sp>
      <p:sp>
        <p:nvSpPr>
          <p:cNvPr id="56" name="Chaotic">
            <a:extLst>
              <a:ext uri="{FF2B5EF4-FFF2-40B4-BE49-F238E27FC236}">
                <ns2:creationId id="{1D5096B5-91E2-43ED-A423-878878676CC8}"/>
              </a:ext>
            </a:extLst>
          </p:cNvPr>
          <p:cNvSpPr>
            <a:spLocks noGrp="1"/>
          </p:cNvSpPr>
          <p:nvPr/>
        </p:nvSpPr>
        <p:spPr>
          <a:xfrm>
            <a:off x="6534150" y="5438775"/>
            <a:ext cx="4953000" cy="457200"/>
          </a:xfrm>
          <a:prstGeom prst="rect">
            <a:avLst/>
          </a:prstGeom>
          <a:noFill/>
          <a:ln w="0">
            <a:noFill/>
          </a:ln>
        </p:spPr>
        <p:txBody>
          <a:bodyPr wrap="square" lIns="0" tIns="0" rIns="0" bIns="0">
            <a:noAutofit/>
          </a:bodyPr>
          <a:lstStyle/>
          <a:p>
            <a:pPr>
              <a:defRPr sz="2550" b="1">
                <a:solidFill>
                  <a:srgbClr val="1955DB"/>
                </a:solidFill>
                <a:latin typeface="Arial Black"/>
                <a:ea typeface="Arial Black"/>
                <a:cs typeface="Arial Black"/>
              </a:defRPr>
            </a:pPr>
            <a:r>
              <a:rPr sz="2550" b="1">
                <a:solidFill>
                  <a:srgbClr val="1955DB"/>
                </a:solidFill>
                <a:latin typeface="Arial Black"/>
                <a:ea typeface="Arial Black"/>
                <a:cs typeface="Arial Black"/>
              </a:rPr>
              <a:t>Chaotic</a:t>
            </a:r>
          </a:p>
        </p:txBody>
      </p:sp>
      <p:sp>
        <p:nvSpPr>
          <p:cNvPr id="57" name="Even gaps and aligned rows create order. Uneven gaps and scattered positions change it.">
            <a:extLst>
              <a:ext uri="{FF2B5EF4-FFF2-40B4-BE49-F238E27FC236}">
                <ns2:creationId id="{BE1FE313-1BB6-4EEA-94C3-349FB719FB1B}"/>
              </a:ext>
            </a:extLst>
          </p:cNvPr>
          <p:cNvSpPr>
            <a:spLocks noGrp="1"/>
          </p:cNvSpPr>
          <p:nvPr/>
        </p:nvSpPr>
        <p:spPr>
          <a:xfrm>
            <a:off x="647700" y="6191250"/>
            <a:ext cx="10858500" cy="409575"/>
          </a:xfrm>
          <a:prstGeom prst="rect">
            <a:avLst/>
          </a:prstGeom>
          <a:noFill/>
          <a:ln w="0">
            <a:noFill/>
          </a:ln>
        </p:spPr>
        <p:txBody>
          <a:bodyPr wrap="square" lIns="0" tIns="0" rIns="0" bIns="0">
            <a:noAutofit/>
          </a:bodyPr>
          <a:lstStyle/>
          <a:p>
            <a:pPr>
              <a:defRPr sz="1725" b="0">
                <a:solidFill>
                  <a:srgbClr val="191919"/>
                </a:solidFill>
                <a:latin typeface="Arial"/>
                <a:ea typeface="Arial"/>
                <a:cs typeface="Arial"/>
              </a:defRPr>
            </a:pPr>
            <a:r>
              <a:rPr sz="1725" b="0">
                <a:solidFill>
                  <a:srgbClr val="191919"/>
                </a:solidFill>
                <a:latin typeface="Arial"/>
                <a:ea typeface="Arial"/>
                <a:cs typeface="Arial"/>
              </a:rPr>
              <a:t>Even gaps and aligned rows create order. Uneven gaps and scattered positions change it.</a:t>
            </a:r>
          </a:p>
        </p:txBody>
      </p:sp>
      <p:sp>
        <p:nvSpPr>
          <p:cNvPr id="58" name="reveal_cover_A">
            <a:extLst>
              <a:ext uri="{FF2B5EF4-FFF2-40B4-BE49-F238E27FC236}">
                <ns2:creationId id="{98B7CB82-DF5D-4F0C-927E-50C4A65087A3}"/>
              </a:ext>
            </a:extLst>
          </p:cNvPr>
          <p:cNvSpPr>
            <a:spLocks noGrp="1"/>
          </p:cNvSpPr>
          <p:nvPr/>
        </p:nvSpPr>
        <p:spPr>
          <a:xfrm>
            <a:off x="590550" y="5419725"/>
            <a:ext cx="5286375" cy="647700"/>
          </a:xfrm>
          <a:prstGeom prst="rect">
            <a:avLst/>
          </a:prstGeom>
          <a:solidFill>
            <a:srgbClr val="FAF7EF"/>
          </a:solidFill>
          <a:ln w="0">
            <a:noFill/>
          </a:ln>
        </p:spPr>
      </p:sp>
      <p:sp>
        <p:nvSpPr>
          <p:cNvPr id="59" name="reveal_cover_B">
            <a:extLst>
              <a:ext uri="{FF2B5EF4-FFF2-40B4-BE49-F238E27FC236}">
                <ns2:creationId id="{4A24F836-1428-45CE-BA49-8D0E5470ECED}"/>
              </a:ext>
            </a:extLst>
          </p:cNvPr>
          <p:cNvSpPr>
            <a:spLocks noGrp="1"/>
          </p:cNvSpPr>
          <p:nvPr/>
        </p:nvSpPr>
        <p:spPr>
          <a:xfrm>
            <a:off x="6343650" y="5419725"/>
            <a:ext cx="5286375" cy="647700"/>
          </a:xfrm>
          <a:prstGeom prst="rect">
            <a:avLst/>
          </a:prstGeom>
          <a:solidFill>
            <a:srgbClr val="FAF7EF"/>
          </a:solidFill>
          <a:ln w="0">
            <a:noFill/>
          </a:ln>
        </p:spPr>
      </p:sp>
      <p:sp>
        <p:nvSpPr>
          <p:cNvPr id="60" name="reveal_cover_reason">
            <a:extLst>
              <a:ext uri="{FF2B5EF4-FFF2-40B4-BE49-F238E27FC236}">
                <ns2:creationId id="{AC63EF86-B893-4CCE-8EEF-AE0ACEA70A53}"/>
              </a:ext>
            </a:extLst>
          </p:cNvPr>
          <p:cNvSpPr>
            <a:spLocks noGrp="1"/>
          </p:cNvSpPr>
          <p:nvPr/>
        </p:nvSpPr>
        <p:spPr>
          <a:xfrm>
            <a:off x="609600" y="6105525"/>
            <a:ext cx="10991850" cy="590550"/>
          </a:xfrm>
          <a:prstGeom prst="rect">
            <a:avLst/>
          </a:prstGeom>
          <a:solidFill>
            <a:srgbClr val="FAF7EF"/>
          </a:solidFill>
          <a:ln w="0">
            <a:noFill/>
          </a:ln>
        </p:spPr>
      </p:sp>
    </p:spTree>
    <p:extLst>
      <p:ext uri="{BB962C8B-B14F-4D97-AF65-F5344CB8AC3E}">
        <ns3:creationId val="1040519939"/>
      </p:ext>
    </p:extLst>
  </p:cSld>
  <p:timing>
    <p:tnLst>
      <p:par>
        <p:cTn dur="indefinite" nodeType="tmRoot" restart="never" id="1">
          <p:childTnLst>
            <p:seq concurrent="1" nextAc="seek">
              <p:cTn dur="indefinite" id="2" nodeType="mainSeq">
                <p:childTnLst>
                  <p:par>
                    <p:cTn fill="hold" id="3">
                      <p:stCondLst>
                        <p:cond delay="indefinite"/>
                      </p:stCondLst>
                      <p:childTnLst>
                        <p:par>
                          <p:cTn fill="hold" id="4">
                            <p:stCondLst>
                              <p:cond delay="0"/>
                            </p:stCondLst>
                            <p:childTnLst>
                              <p:par>
                                <p:cTn fill="hold" nodeType="clickEffect" presetClass="exit" presetID="1" presetSubtype="0" id="5">
                                  <p:stCondLst>
                                    <p:cond delay="0"/>
                                  </p:stCondLst>
                                  <p:childTnLst>
                                    <p:set>
                                      <p:cBhvr>
                                        <p:cTn dur="1" fill="hold" id="6">
                                          <p:stCondLst>
                                            <p:cond delay="0"/>
                                          </p:stCondLst>
                                        </p:cTn>
                                        <p:tgtEl>
                                          <p:spTgt spid="58"/>
                                        </p:tgtEl>
                                        <p:attrNameLst>
                                          <p:attrName>style.visibility</p:attrName>
                                        </p:attrNameLst>
                                      </p:cBhvr>
                                      <p:to>
                                        <p:strVal val="hidden"/>
                                      </p:to>
                                    </p:set>
                                  </p:childTnLst>
                                </p:cTn>
                              </p:par>
                              <p:par>
                                <p:cTn fill="hold" nodeType="withEffect" presetClass="exit" presetID="1" presetSubtype="0" id="7">
                                  <p:stCondLst>
                                    <p:cond delay="0"/>
                                  </p:stCondLst>
                                  <p:childTnLst>
                                    <p:set>
                                      <p:cBhvr>
                                        <p:cTn dur="1" fill="hold" id="8">
                                          <p:stCondLst>
                                            <p:cond delay="0"/>
                                          </p:stCondLst>
                                        </p:cTn>
                                        <p:tgtEl>
                                          <p:spTgt spid="59"/>
                                        </p:tgtEl>
                                        <p:attrNameLst>
                                          <p:attrName>style.visibility</p:attrName>
                                        </p:attrNameLst>
                                      </p:cBhvr>
                                      <p:to>
                                        <p:strVal val="hidden"/>
                                      </p:to>
                                    </p:set>
                                  </p:childTnLst>
                                </p:cTn>
                              </p:par>
                              <p:par>
                                <p:cTn fill="hold" nodeType="withEffect" presetClass="exit" presetID="1" presetSubtype="0" id="9">
                                  <p:stCondLst>
                                    <p:cond delay="0"/>
                                  </p:stCondLst>
                                  <p:childTnLst>
                                    <p:set>
                                      <p:cBhvr>
                                        <p:cTn dur="1" fill="hold" id="10">
                                          <p:stCondLst>
                                            <p:cond delay="0"/>
                                          </p:stCondLst>
                                        </p:cTn>
                                        <p:tgtEl>
                                          <p:spTgt spid="6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7EF"/>
        </a:solidFill>
      </p:bgPr>
    </p:bg>
    <p:spTree>
      <p:nvGrpSpPr>
        <p:cNvPr id="1" name=""/>
        <p:cNvGrpSpPr/>
        <p:nvPr/>
      </p:nvGrpSpPr>
      <p:grpSpPr>
        <a:xfrm/>
      </p:grpSpPr>
      <p:sp>
        <p:nvSpPr>
          <p:cNvPr id="40" name="Lines can change the feeling">
            <a:extLst>
              <a:ext uri="{FF2B5EF4-FFF2-40B4-BE49-F238E27FC236}">
                <ns2:creationId id="{D186906D-F3C2-483C-9E9B-227C3F691356}"/>
              </a:ext>
            </a:extLst>
          </p:cNvPr>
          <p:cNvSpPr>
            <a:spLocks noGrp="1"/>
          </p:cNvSpPr>
          <p:nvPr/>
        </p:nvSpPr>
        <p:spPr>
          <a:xfrm>
            <a:off x="609600" y="381000"/>
            <a:ext cx="10953750" cy="952500"/>
          </a:xfrm>
          <a:prstGeom prst="rect">
            <a:avLst/>
          </a:prstGeom>
          <a:noFill/>
          <a:ln w="0">
            <a:noFill/>
          </a:ln>
        </p:spPr>
        <p:txBody>
          <a:bodyPr wrap="square" lIns="0" tIns="0" rIns="0" bIns="0">
            <a:noAutofit/>
          </a:bodyPr>
          <a:lstStyle/>
          <a:p>
            <a:pPr>
              <a:defRPr sz="3900" b="1">
                <a:solidFill>
                  <a:srgbClr val="191919"/>
                </a:solidFill>
                <a:latin typeface="Arial Black"/>
                <a:ea typeface="Arial Black"/>
                <a:cs typeface="Arial Black"/>
              </a:defRPr>
            </a:pPr>
            <a:r>
              <a:rPr sz="3900" b="1">
                <a:solidFill>
                  <a:srgbClr val="191919"/>
                </a:solidFill>
                <a:latin typeface="Arial Black"/>
                <a:ea typeface="Arial Black"/>
                <a:cs typeface="Arial Black"/>
              </a:rPr>
              <a:t>Lines can change the feeling</a:t>
            </a:r>
          </a:p>
        </p:txBody>
      </p:sp>
      <p:sp>
        <p:nvSpPr>
          <p:cNvPr id="2" name="Which feels relaxed? Which feels intense or urgent?">
            <a:extLst>
              <a:ext uri="{FF2B5EF4-FFF2-40B4-BE49-F238E27FC236}">
                <ns2:creationId id="{3873E530-A930-4E2B-8472-21CA9F7A5E7D}"/>
              </a:ext>
            </a:extLst>
          </p:cNvPr>
          <p:cNvSpPr>
            <a:spLocks noGrp="1"/>
          </p:cNvSpPr>
          <p:nvPr/>
        </p:nvSpPr>
        <p:spPr>
          <a:xfrm>
            <a:off x="628650" y="1323975"/>
            <a:ext cx="10915650" cy="514350"/>
          </a:xfrm>
          <a:prstGeom prst="rect">
            <a:avLst/>
          </a:prstGeom>
          <a:noFill/>
          <a:ln w="0">
            <a:noFill/>
          </a:ln>
        </p:spPr>
        <p:txBody>
          <a:bodyPr wrap="square" lIns="0" tIns="0" rIns="0" bIns="0">
            <a:noAutofit/>
          </a:bodyPr>
          <a:lstStyle/>
          <a:p>
            <a:pPr>
              <a:defRPr sz="2100" b="0">
                <a:solidFill>
                  <a:srgbClr val="191919"/>
                </a:solidFill>
                <a:latin typeface="Arial"/>
                <a:ea typeface="Arial"/>
                <a:cs typeface="Arial"/>
              </a:defRPr>
            </a:pPr>
            <a:r>
              <a:rPr sz="2100" b="0">
                <a:solidFill>
                  <a:srgbClr val="191919"/>
                </a:solidFill>
                <a:latin typeface="Arial"/>
                <a:ea typeface="Arial"/>
                <a:cs typeface="Arial"/>
              </a:rPr>
              <a:t>Which feels relaxed? Which feels intense or urgent?</a:t>
            </a:r>
          </a:p>
        </p:txBody>
      </p:sp>
      <p:sp>
        <p:nvSpPr>
          <p:cNvPr id="3" name="shape" descr="Panel A: eight gently curving black lines with wide open gaps.">
            <a:extLst>
              <a:ext uri="{FF2B5EF4-FFF2-40B4-BE49-F238E27FC236}">
                <ns2:creationId id="{31B35072-3885-4848-B6F7-69B55B322397}"/>
              </a:ext>
            </a:extLst>
          </p:cNvPr>
          <p:cNvSpPr>
            <a:spLocks noGrp="1"/>
          </p:cNvSpPr>
          <p:nvPr/>
        </p:nvSpPr>
        <p:spPr>
          <a:xfrm>
            <a:off x="609600" y="1952625"/>
            <a:ext cx="5219700" cy="3314700"/>
          </a:xfrm>
          <a:prstGeom prst="rect">
            <a:avLst/>
          </a:prstGeom>
          <a:solidFill>
            <a:srgbClr val="FFFFFF"/>
          </a:solidFill>
          <a:ln w="0">
            <a:noFill/>
          </a:ln>
        </p:spPr>
      </p:sp>
      <p:sp>
        <p:nvSpPr>
          <p:cNvPr id="4" name="shape" descr="Panel B: nineteen straighter black lines of differing lengths, tightly clustered toward a shared direction.">
            <a:extLst>
              <a:ext uri="{FF2B5EF4-FFF2-40B4-BE49-F238E27FC236}">
                <ns2:creationId id="{06B9B29B-77D6-4306-A2BD-EAA2D57B757E}"/>
              </a:ext>
            </a:extLst>
          </p:cNvPr>
          <p:cNvSpPr>
            <a:spLocks noGrp="1"/>
          </p:cNvSpPr>
          <p:nvPr/>
        </p:nvSpPr>
        <p:spPr>
          <a:xfrm>
            <a:off x="6362700" y="1952625"/>
            <a:ext cx="5219700" cy="3314700"/>
          </a:xfrm>
          <a:prstGeom prst="rect">
            <a:avLst/>
          </a:prstGeom>
          <a:solidFill>
            <a:srgbClr val="FFFFFF"/>
          </a:solidFill>
          <a:ln w="0">
            <a:noFill/>
          </a:ln>
        </p:spPr>
      </p:sp>
      <p:sp>
        <p:nvSpPr>
          <p:cNvPr id="5" name="A">
            <a:extLst>
              <a:ext uri="{FF2B5EF4-FFF2-40B4-BE49-F238E27FC236}">
                <ns2:creationId id="{83DAD5F6-9525-4E4C-B233-1A4C35FB330F}"/>
              </a:ext>
            </a:extLst>
          </p:cNvPr>
          <p:cNvSpPr>
            <a:spLocks noGrp="1"/>
          </p:cNvSpPr>
          <p:nvPr/>
        </p:nvSpPr>
        <p:spPr>
          <a:xfrm>
            <a:off x="781050" y="2000250"/>
            <a:ext cx="381000" cy="381000"/>
          </a:xfrm>
          <a:prstGeom prst="rect">
            <a:avLst/>
          </a:prstGeom>
          <a:noFill/>
          <a:ln w="0">
            <a:noFill/>
          </a:ln>
        </p:spPr>
        <p:txBody>
          <a:bodyPr wrap="square" lIns="0" tIns="0" rIns="0" bIns="0">
            <a:noAutofit/>
          </a:bodyPr>
          <a:lstStyle/>
          <a:p>
            <a:pPr>
              <a:defRPr sz="1800" b="1">
                <a:solidFill>
                  <a:srgbClr val="1955DB"/>
                </a:solidFill>
                <a:latin typeface="Arial"/>
                <a:ea typeface="Arial"/>
                <a:cs typeface="Arial"/>
              </a:defRPr>
            </a:pPr>
            <a:r>
              <a:rPr sz="1800" b="1">
                <a:solidFill>
                  <a:srgbClr val="1955DB"/>
                </a:solidFill>
                <a:latin typeface="Arial"/>
                <a:ea typeface="Arial"/>
                <a:cs typeface="Arial"/>
              </a:rPr>
              <a:t>A</a:t>
            </a:r>
          </a:p>
        </p:txBody>
      </p:sp>
      <p:sp>
        <p:nvSpPr>
          <p:cNvPr id="6" name="B">
            <a:extLst>
              <a:ext uri="{FF2B5EF4-FFF2-40B4-BE49-F238E27FC236}">
                <ns2:creationId id="{6DFF2A21-F153-4E9A-8CED-421D307731BF}"/>
              </a:ext>
            </a:extLst>
          </p:cNvPr>
          <p:cNvSpPr>
            <a:spLocks noGrp="1"/>
          </p:cNvSpPr>
          <p:nvPr/>
        </p:nvSpPr>
        <p:spPr>
          <a:xfrm>
            <a:off x="6534150" y="2000250"/>
            <a:ext cx="381000" cy="381000"/>
          </a:xfrm>
          <a:prstGeom prst="rect">
            <a:avLst/>
          </a:prstGeom>
          <a:noFill/>
          <a:ln w="0">
            <a:noFill/>
          </a:ln>
        </p:spPr>
        <p:txBody>
          <a:bodyPr wrap="square" lIns="0" tIns="0" rIns="0" bIns="0">
            <a:noAutofit/>
          </a:bodyPr>
          <a:lstStyle/>
          <a:p>
            <a:pPr>
              <a:defRPr sz="1800" b="1">
                <a:solidFill>
                  <a:srgbClr val="1955DB"/>
                </a:solidFill>
                <a:latin typeface="Arial"/>
                <a:ea typeface="Arial"/>
                <a:cs typeface="Arial"/>
              </a:defRPr>
            </a:pPr>
            <a:r>
              <a:rPr sz="1800" b="1">
                <a:solidFill>
                  <a:srgbClr val="1955DB"/>
                </a:solidFill>
                <a:latin typeface="Arial"/>
                <a:ea typeface="Arial"/>
                <a:cs typeface="Arial"/>
              </a:rPr>
              <a:t>B</a:t>
            </a:r>
          </a:p>
        </p:txBody>
      </p:sp>
      <p:sp>
        <p:nvSpPr>
          <p:cNvPr id="7" name="curved line">
            <a:extLst>
              <a:ext uri="{FF2B5EF4-FFF2-40B4-BE49-F238E27FC236}">
                <ns2:creationId id="{9632853D-B6F1-4E37-814C-B6169AA7263E}"/>
              </a:ext>
            </a:extLst>
          </p:cNvPr>
          <p:cNvSpPr>
            <a:spLocks noGrp="1"/>
          </p:cNvSpPr>
          <p:nvPr/>
        </p:nvSpPr>
        <p:spPr>
          <a:xfrm>
            <a:off x="1000125" y="2628900"/>
            <a:ext cx="1908239" cy="190500"/>
          </a:xfrm>
          <a:custGeom>
            <a:pathLst>
              <a:path w="1908239" h="190500">
                <a:moveTo>
                  <a:pt x="0" y="95250"/>
                </a:moveTo>
                <a:lnTo>
                  <a:pt x="25787" y="102682"/>
                </a:lnTo>
                <a:lnTo>
                  <a:pt x="51574" y="110060"/>
                </a:lnTo>
                <a:lnTo>
                  <a:pt x="77361" y="117331"/>
                </a:lnTo>
                <a:lnTo>
                  <a:pt x="103148" y="124443"/>
                </a:lnTo>
                <a:lnTo>
                  <a:pt x="128935" y="131345"/>
                </a:lnTo>
                <a:lnTo>
                  <a:pt x="154722" y="137987"/>
                </a:lnTo>
                <a:lnTo>
                  <a:pt x="180509" y="144321"/>
                </a:lnTo>
                <a:lnTo>
                  <a:pt x="206296" y="150301"/>
                </a:lnTo>
                <a:lnTo>
                  <a:pt x="232083" y="155885"/>
                </a:lnTo>
                <a:lnTo>
                  <a:pt x="257870" y="161031"/>
                </a:lnTo>
                <a:lnTo>
                  <a:pt x="283657" y="165704"/>
                </a:lnTo>
                <a:lnTo>
                  <a:pt x="309444" y="169869"/>
                </a:lnTo>
                <a:lnTo>
                  <a:pt x="335231" y="173497"/>
                </a:lnTo>
                <a:lnTo>
                  <a:pt x="361018" y="176561"/>
                </a:lnTo>
                <a:lnTo>
                  <a:pt x="386805" y="179039"/>
                </a:lnTo>
                <a:lnTo>
                  <a:pt x="412592" y="180913"/>
                </a:lnTo>
                <a:lnTo>
                  <a:pt x="438379" y="182170"/>
                </a:lnTo>
                <a:lnTo>
                  <a:pt x="464166" y="182801"/>
                </a:lnTo>
                <a:lnTo>
                  <a:pt x="489953" y="182801"/>
                </a:lnTo>
                <a:lnTo>
                  <a:pt x="515740" y="182170"/>
                </a:lnTo>
                <a:lnTo>
                  <a:pt x="541527" y="180913"/>
                </a:lnTo>
                <a:lnTo>
                  <a:pt x="567314" y="179039"/>
                </a:lnTo>
                <a:lnTo>
                  <a:pt x="593101" y="176561"/>
                </a:lnTo>
                <a:lnTo>
                  <a:pt x="618888" y="173497"/>
                </a:lnTo>
                <a:lnTo>
                  <a:pt x="644675" y="169869"/>
                </a:lnTo>
                <a:lnTo>
                  <a:pt x="670462" y="165704"/>
                </a:lnTo>
                <a:lnTo>
                  <a:pt x="696249" y="161031"/>
                </a:lnTo>
                <a:lnTo>
                  <a:pt x="722036" y="155885"/>
                </a:lnTo>
                <a:lnTo>
                  <a:pt x="747823" y="150301"/>
                </a:lnTo>
                <a:lnTo>
                  <a:pt x="773610" y="144321"/>
                </a:lnTo>
                <a:lnTo>
                  <a:pt x="799397" y="137987"/>
                </a:lnTo>
                <a:lnTo>
                  <a:pt x="825184" y="131345"/>
                </a:lnTo>
                <a:lnTo>
                  <a:pt x="850971" y="124443"/>
                </a:lnTo>
                <a:lnTo>
                  <a:pt x="876758" y="117331"/>
                </a:lnTo>
                <a:lnTo>
                  <a:pt x="902545" y="110060"/>
                </a:lnTo>
                <a:lnTo>
                  <a:pt x="928332" y="102682"/>
                </a:lnTo>
                <a:lnTo>
                  <a:pt x="954119" y="95250"/>
                </a:lnTo>
                <a:lnTo>
                  <a:pt x="979906" y="87818"/>
                </a:lnTo>
                <a:lnTo>
                  <a:pt x="1005693" y="80440"/>
                </a:lnTo>
                <a:lnTo>
                  <a:pt x="1031480" y="73169"/>
                </a:lnTo>
                <a:lnTo>
                  <a:pt x="1057267" y="66057"/>
                </a:lnTo>
                <a:lnTo>
                  <a:pt x="1083054" y="59155"/>
                </a:lnTo>
                <a:lnTo>
                  <a:pt x="1108841" y="52513"/>
                </a:lnTo>
                <a:lnTo>
                  <a:pt x="1134628" y="46179"/>
                </a:lnTo>
                <a:lnTo>
                  <a:pt x="1160415" y="40199"/>
                </a:lnTo>
                <a:lnTo>
                  <a:pt x="1186202" y="34615"/>
                </a:lnTo>
                <a:lnTo>
                  <a:pt x="1211989" y="29469"/>
                </a:lnTo>
                <a:lnTo>
                  <a:pt x="1237776" y="24796"/>
                </a:lnTo>
                <a:lnTo>
                  <a:pt x="1263563" y="20631"/>
                </a:lnTo>
                <a:lnTo>
                  <a:pt x="1289350" y="17003"/>
                </a:lnTo>
                <a:lnTo>
                  <a:pt x="1315137" y="13939"/>
                </a:lnTo>
                <a:lnTo>
                  <a:pt x="1340924" y="11461"/>
                </a:lnTo>
                <a:lnTo>
                  <a:pt x="1366711" y="9587"/>
                </a:lnTo>
                <a:lnTo>
                  <a:pt x="1392498" y="8330"/>
                </a:lnTo>
                <a:lnTo>
                  <a:pt x="1418285" y="7699"/>
                </a:lnTo>
                <a:lnTo>
                  <a:pt x="1444072" y="7699"/>
                </a:lnTo>
                <a:lnTo>
                  <a:pt x="1469859" y="8330"/>
                </a:lnTo>
                <a:lnTo>
                  <a:pt x="1495646" y="9587"/>
                </a:lnTo>
                <a:lnTo>
                  <a:pt x="1521433" y="11461"/>
                </a:lnTo>
                <a:lnTo>
                  <a:pt x="1547220" y="13939"/>
                </a:lnTo>
                <a:lnTo>
                  <a:pt x="1573007" y="17003"/>
                </a:lnTo>
                <a:lnTo>
                  <a:pt x="1598794" y="20631"/>
                </a:lnTo>
                <a:lnTo>
                  <a:pt x="1624581" y="24796"/>
                </a:lnTo>
                <a:lnTo>
                  <a:pt x="1650368" y="29469"/>
                </a:lnTo>
                <a:lnTo>
                  <a:pt x="1676155" y="34615"/>
                </a:lnTo>
                <a:lnTo>
                  <a:pt x="1701942" y="40199"/>
                </a:lnTo>
                <a:lnTo>
                  <a:pt x="1727729" y="46179"/>
                </a:lnTo>
                <a:lnTo>
                  <a:pt x="1753516" y="52513"/>
                </a:lnTo>
                <a:lnTo>
                  <a:pt x="1779303" y="59155"/>
                </a:lnTo>
                <a:lnTo>
                  <a:pt x="1805090" y="66057"/>
                </a:lnTo>
                <a:lnTo>
                  <a:pt x="1830877" y="73169"/>
                </a:lnTo>
                <a:lnTo>
                  <a:pt x="1856664" y="80440"/>
                </a:lnTo>
                <a:lnTo>
                  <a:pt x="1882451" y="87818"/>
                </a:lnTo>
                <a:lnTo>
                  <a:pt x="1908239" y="95250"/>
                </a:lnTo>
              </a:path>
            </a:pathLst>
          </a:custGeom>
          <a:noFill/>
          <a:ln w="38100">
            <a:solidFill>
              <a:srgbClr val="191919"/>
            </a:solidFill>
          </a:ln>
        </p:spPr>
      </p:sp>
      <p:sp>
        <p:nvSpPr>
          <p:cNvPr id="8" name="curved line">
            <a:extLst>
              <a:ext uri="{FF2B5EF4-FFF2-40B4-BE49-F238E27FC236}">
                <ns2:creationId id="{E2A20FD1-5470-43A7-A5BE-6BED9422C7FE}"/>
              </a:ext>
            </a:extLst>
          </p:cNvPr>
          <p:cNvSpPr>
            <a:spLocks noGrp="1"/>
          </p:cNvSpPr>
          <p:nvPr/>
        </p:nvSpPr>
        <p:spPr>
          <a:xfrm>
            <a:off x="3362706" y="2628900"/>
            <a:ext cx="1908239" cy="190500"/>
          </a:xfrm>
          <a:custGeom>
            <a:pathLst>
              <a:path w="1908239" h="190500">
                <a:moveTo>
                  <a:pt x="0" y="151703"/>
                </a:moveTo>
                <a:lnTo>
                  <a:pt x="25787" y="157183"/>
                </a:lnTo>
                <a:lnTo>
                  <a:pt x="51574" y="162218"/>
                </a:lnTo>
                <a:lnTo>
                  <a:pt x="77361" y="166770"/>
                </a:lnTo>
                <a:lnTo>
                  <a:pt x="103148" y="170806"/>
                </a:lnTo>
                <a:lnTo>
                  <a:pt x="128935" y="174298"/>
                </a:lnTo>
                <a:lnTo>
                  <a:pt x="154722" y="177221"/>
                </a:lnTo>
                <a:lnTo>
                  <a:pt x="180509" y="179553"/>
                </a:lnTo>
                <a:lnTo>
                  <a:pt x="206296" y="181278"/>
                </a:lnTo>
                <a:lnTo>
                  <a:pt x="232083" y="182382"/>
                </a:lnTo>
                <a:lnTo>
                  <a:pt x="257870" y="182859"/>
                </a:lnTo>
                <a:lnTo>
                  <a:pt x="283657" y="182705"/>
                </a:lnTo>
                <a:lnTo>
                  <a:pt x="309444" y="181921"/>
                </a:lnTo>
                <a:lnTo>
                  <a:pt x="335231" y="180512"/>
                </a:lnTo>
                <a:lnTo>
                  <a:pt x="361018" y="178489"/>
                </a:lnTo>
                <a:lnTo>
                  <a:pt x="386805" y="175866"/>
                </a:lnTo>
                <a:lnTo>
                  <a:pt x="412592" y="172662"/>
                </a:lnTo>
                <a:lnTo>
                  <a:pt x="438379" y="168901"/>
                </a:lnTo>
                <a:lnTo>
                  <a:pt x="464166" y="164609"/>
                </a:lnTo>
                <a:lnTo>
                  <a:pt x="489953" y="159817"/>
                </a:lnTo>
                <a:lnTo>
                  <a:pt x="515740" y="154560"/>
                </a:lnTo>
                <a:lnTo>
                  <a:pt x="541527" y="148875"/>
                </a:lnTo>
                <a:lnTo>
                  <a:pt x="567314" y="142805"/>
                </a:lnTo>
                <a:lnTo>
                  <a:pt x="593101" y="136391"/>
                </a:lnTo>
                <a:lnTo>
                  <a:pt x="618888" y="129681"/>
                </a:lnTo>
                <a:lnTo>
                  <a:pt x="644675" y="122724"/>
                </a:lnTo>
                <a:lnTo>
                  <a:pt x="670462" y="115568"/>
                </a:lnTo>
                <a:lnTo>
                  <a:pt x="696249" y="108265"/>
                </a:lnTo>
                <a:lnTo>
                  <a:pt x="722036" y="100869"/>
                </a:lnTo>
                <a:lnTo>
                  <a:pt x="747823" y="93433"/>
                </a:lnTo>
                <a:lnTo>
                  <a:pt x="773610" y="86010"/>
                </a:lnTo>
                <a:lnTo>
                  <a:pt x="799397" y="78653"/>
                </a:lnTo>
                <a:lnTo>
                  <a:pt x="825184" y="71416"/>
                </a:lnTo>
                <a:lnTo>
                  <a:pt x="850971" y="64350"/>
                </a:lnTo>
                <a:lnTo>
                  <a:pt x="876758" y="57507"/>
                </a:lnTo>
                <a:lnTo>
                  <a:pt x="902545" y="50936"/>
                </a:lnTo>
                <a:lnTo>
                  <a:pt x="928332" y="44685"/>
                </a:lnTo>
                <a:lnTo>
                  <a:pt x="954119" y="38797"/>
                </a:lnTo>
                <a:lnTo>
                  <a:pt x="979906" y="33317"/>
                </a:lnTo>
                <a:lnTo>
                  <a:pt x="1005693" y="28282"/>
                </a:lnTo>
                <a:lnTo>
                  <a:pt x="1031480" y="23730"/>
                </a:lnTo>
                <a:lnTo>
                  <a:pt x="1057267" y="19694"/>
                </a:lnTo>
                <a:lnTo>
                  <a:pt x="1083054" y="16202"/>
                </a:lnTo>
                <a:lnTo>
                  <a:pt x="1108841" y="13279"/>
                </a:lnTo>
                <a:lnTo>
                  <a:pt x="1134628" y="10947"/>
                </a:lnTo>
                <a:lnTo>
                  <a:pt x="1160415" y="9222"/>
                </a:lnTo>
                <a:lnTo>
                  <a:pt x="1186202" y="8118"/>
                </a:lnTo>
                <a:lnTo>
                  <a:pt x="1211989" y="7641"/>
                </a:lnTo>
                <a:lnTo>
                  <a:pt x="1237776" y="7795"/>
                </a:lnTo>
                <a:lnTo>
                  <a:pt x="1263563" y="8579"/>
                </a:lnTo>
                <a:lnTo>
                  <a:pt x="1289350" y="9988"/>
                </a:lnTo>
                <a:lnTo>
                  <a:pt x="1315137" y="12011"/>
                </a:lnTo>
                <a:lnTo>
                  <a:pt x="1340924" y="14634"/>
                </a:lnTo>
                <a:lnTo>
                  <a:pt x="1366711" y="17838"/>
                </a:lnTo>
                <a:lnTo>
                  <a:pt x="1392498" y="21599"/>
                </a:lnTo>
                <a:lnTo>
                  <a:pt x="1418285" y="25891"/>
                </a:lnTo>
                <a:lnTo>
                  <a:pt x="1444072" y="30683"/>
                </a:lnTo>
                <a:lnTo>
                  <a:pt x="1469859" y="35940"/>
                </a:lnTo>
                <a:lnTo>
                  <a:pt x="1495646" y="41625"/>
                </a:lnTo>
                <a:lnTo>
                  <a:pt x="1521433" y="47695"/>
                </a:lnTo>
                <a:lnTo>
                  <a:pt x="1547220" y="54109"/>
                </a:lnTo>
                <a:lnTo>
                  <a:pt x="1573007" y="60819"/>
                </a:lnTo>
                <a:lnTo>
                  <a:pt x="1598794" y="67776"/>
                </a:lnTo>
                <a:lnTo>
                  <a:pt x="1624581" y="74932"/>
                </a:lnTo>
                <a:lnTo>
                  <a:pt x="1650368" y="82235"/>
                </a:lnTo>
                <a:lnTo>
                  <a:pt x="1676155" y="89631"/>
                </a:lnTo>
                <a:lnTo>
                  <a:pt x="1701942" y="97067"/>
                </a:lnTo>
                <a:lnTo>
                  <a:pt x="1727729" y="104490"/>
                </a:lnTo>
                <a:lnTo>
                  <a:pt x="1753516" y="111847"/>
                </a:lnTo>
                <a:lnTo>
                  <a:pt x="1779303" y="119084"/>
                </a:lnTo>
                <a:lnTo>
                  <a:pt x="1805090" y="126150"/>
                </a:lnTo>
                <a:lnTo>
                  <a:pt x="1830877" y="132993"/>
                </a:lnTo>
                <a:lnTo>
                  <a:pt x="1856664" y="139564"/>
                </a:lnTo>
                <a:lnTo>
                  <a:pt x="1882451" y="145815"/>
                </a:lnTo>
                <a:lnTo>
                  <a:pt x="1908239" y="151703"/>
                </a:lnTo>
              </a:path>
            </a:pathLst>
          </a:custGeom>
          <a:noFill/>
          <a:ln w="38100">
            <a:solidFill>
              <a:srgbClr val="191919"/>
            </a:solidFill>
          </a:ln>
        </p:spPr>
      </p:sp>
      <p:sp>
        <p:nvSpPr>
          <p:cNvPr id="9" name="curved line">
            <a:extLst>
              <a:ext uri="{FF2B5EF4-FFF2-40B4-BE49-F238E27FC236}">
                <ns2:creationId id="{D989723A-99DC-490A-AE45-E7C1AEE6ED18}"/>
              </a:ext>
            </a:extLst>
          </p:cNvPr>
          <p:cNvSpPr>
            <a:spLocks noGrp="1"/>
          </p:cNvSpPr>
          <p:nvPr/>
        </p:nvSpPr>
        <p:spPr>
          <a:xfrm>
            <a:off x="1076325" y="3178969"/>
            <a:ext cx="1908239" cy="266700"/>
          </a:xfrm>
          <a:custGeom>
            <a:pathLst>
              <a:path w="1908239" h="266700">
                <a:moveTo>
                  <a:pt x="0" y="212384"/>
                </a:moveTo>
                <a:lnTo>
                  <a:pt x="25787" y="220057"/>
                </a:lnTo>
                <a:lnTo>
                  <a:pt x="51574" y="227105"/>
                </a:lnTo>
                <a:lnTo>
                  <a:pt x="77361" y="233477"/>
                </a:lnTo>
                <a:lnTo>
                  <a:pt x="103148" y="239129"/>
                </a:lnTo>
                <a:lnTo>
                  <a:pt x="128935" y="244018"/>
                </a:lnTo>
                <a:lnTo>
                  <a:pt x="154722" y="248109"/>
                </a:lnTo>
                <a:lnTo>
                  <a:pt x="180509" y="251374"/>
                </a:lnTo>
                <a:lnTo>
                  <a:pt x="206296" y="253789"/>
                </a:lnTo>
                <a:lnTo>
                  <a:pt x="232083" y="255335"/>
                </a:lnTo>
                <a:lnTo>
                  <a:pt x="257870" y="256003"/>
                </a:lnTo>
                <a:lnTo>
                  <a:pt x="283657" y="255787"/>
                </a:lnTo>
                <a:lnTo>
                  <a:pt x="309444" y="254689"/>
                </a:lnTo>
                <a:lnTo>
                  <a:pt x="335231" y="252717"/>
                </a:lnTo>
                <a:lnTo>
                  <a:pt x="361018" y="249884"/>
                </a:lnTo>
                <a:lnTo>
                  <a:pt x="386805" y="246212"/>
                </a:lnTo>
                <a:lnTo>
                  <a:pt x="412592" y="241727"/>
                </a:lnTo>
                <a:lnTo>
                  <a:pt x="438379" y="236461"/>
                </a:lnTo>
                <a:lnTo>
                  <a:pt x="464166" y="230452"/>
                </a:lnTo>
                <a:lnTo>
                  <a:pt x="489953" y="223744"/>
                </a:lnTo>
                <a:lnTo>
                  <a:pt x="515740" y="216384"/>
                </a:lnTo>
                <a:lnTo>
                  <a:pt x="541527" y="208426"/>
                </a:lnTo>
                <a:lnTo>
                  <a:pt x="567314" y="199926"/>
                </a:lnTo>
                <a:lnTo>
                  <a:pt x="593101" y="190948"/>
                </a:lnTo>
                <a:lnTo>
                  <a:pt x="618888" y="181554"/>
                </a:lnTo>
                <a:lnTo>
                  <a:pt x="644675" y="171813"/>
                </a:lnTo>
                <a:lnTo>
                  <a:pt x="670462" y="161795"/>
                </a:lnTo>
                <a:lnTo>
                  <a:pt x="696249" y="151572"/>
                </a:lnTo>
                <a:lnTo>
                  <a:pt x="722036" y="141217"/>
                </a:lnTo>
                <a:lnTo>
                  <a:pt x="747823" y="130806"/>
                </a:lnTo>
                <a:lnTo>
                  <a:pt x="773610" y="120413"/>
                </a:lnTo>
                <a:lnTo>
                  <a:pt x="799397" y="110114"/>
                </a:lnTo>
                <a:lnTo>
                  <a:pt x="825184" y="99982"/>
                </a:lnTo>
                <a:lnTo>
                  <a:pt x="850971" y="90090"/>
                </a:lnTo>
                <a:lnTo>
                  <a:pt x="876758" y="80510"/>
                </a:lnTo>
                <a:lnTo>
                  <a:pt x="902545" y="71311"/>
                </a:lnTo>
                <a:lnTo>
                  <a:pt x="928332" y="62558"/>
                </a:lnTo>
                <a:lnTo>
                  <a:pt x="954119" y="54316"/>
                </a:lnTo>
                <a:lnTo>
                  <a:pt x="979906" y="46643"/>
                </a:lnTo>
                <a:lnTo>
                  <a:pt x="1005693" y="39595"/>
                </a:lnTo>
                <a:lnTo>
                  <a:pt x="1031480" y="33223"/>
                </a:lnTo>
                <a:lnTo>
                  <a:pt x="1057267" y="27571"/>
                </a:lnTo>
                <a:lnTo>
                  <a:pt x="1083054" y="22682"/>
                </a:lnTo>
                <a:lnTo>
                  <a:pt x="1108841" y="18591"/>
                </a:lnTo>
                <a:lnTo>
                  <a:pt x="1134628" y="15326"/>
                </a:lnTo>
                <a:lnTo>
                  <a:pt x="1160415" y="12911"/>
                </a:lnTo>
                <a:lnTo>
                  <a:pt x="1186202" y="11365"/>
                </a:lnTo>
                <a:lnTo>
                  <a:pt x="1211989" y="10697"/>
                </a:lnTo>
                <a:lnTo>
                  <a:pt x="1237776" y="10913"/>
                </a:lnTo>
                <a:lnTo>
                  <a:pt x="1263563" y="12011"/>
                </a:lnTo>
                <a:lnTo>
                  <a:pt x="1289350" y="13983"/>
                </a:lnTo>
                <a:lnTo>
                  <a:pt x="1315137" y="16816"/>
                </a:lnTo>
                <a:lnTo>
                  <a:pt x="1340924" y="20488"/>
                </a:lnTo>
                <a:lnTo>
                  <a:pt x="1366711" y="24973"/>
                </a:lnTo>
                <a:lnTo>
                  <a:pt x="1392498" y="30239"/>
                </a:lnTo>
                <a:lnTo>
                  <a:pt x="1418285" y="36248"/>
                </a:lnTo>
                <a:lnTo>
                  <a:pt x="1444072" y="42956"/>
                </a:lnTo>
                <a:lnTo>
                  <a:pt x="1469859" y="50316"/>
                </a:lnTo>
                <a:lnTo>
                  <a:pt x="1495646" y="58274"/>
                </a:lnTo>
                <a:lnTo>
                  <a:pt x="1521433" y="66774"/>
                </a:lnTo>
                <a:lnTo>
                  <a:pt x="1547220" y="75752"/>
                </a:lnTo>
                <a:lnTo>
                  <a:pt x="1573007" y="85146"/>
                </a:lnTo>
                <a:lnTo>
                  <a:pt x="1598794" y="94887"/>
                </a:lnTo>
                <a:lnTo>
                  <a:pt x="1624581" y="104905"/>
                </a:lnTo>
                <a:lnTo>
                  <a:pt x="1650368" y="115128"/>
                </a:lnTo>
                <a:lnTo>
                  <a:pt x="1676155" y="125483"/>
                </a:lnTo>
                <a:lnTo>
                  <a:pt x="1701942" y="135894"/>
                </a:lnTo>
                <a:lnTo>
                  <a:pt x="1727729" y="146287"/>
                </a:lnTo>
                <a:lnTo>
                  <a:pt x="1753516" y="156586"/>
                </a:lnTo>
                <a:lnTo>
                  <a:pt x="1779303" y="166718"/>
                </a:lnTo>
                <a:lnTo>
                  <a:pt x="1805090" y="176610"/>
                </a:lnTo>
                <a:lnTo>
                  <a:pt x="1830877" y="186190"/>
                </a:lnTo>
                <a:lnTo>
                  <a:pt x="1856664" y="195389"/>
                </a:lnTo>
                <a:lnTo>
                  <a:pt x="1882451" y="204142"/>
                </a:lnTo>
                <a:lnTo>
                  <a:pt x="1908239" y="212384"/>
                </a:lnTo>
              </a:path>
            </a:pathLst>
          </a:custGeom>
          <a:noFill/>
          <a:ln w="38100">
            <a:solidFill>
              <a:srgbClr val="191919"/>
            </a:solidFill>
          </a:ln>
        </p:spPr>
      </p:sp>
      <p:sp>
        <p:nvSpPr>
          <p:cNvPr id="10" name="curved line">
            <a:extLst>
              <a:ext uri="{FF2B5EF4-FFF2-40B4-BE49-F238E27FC236}">
                <ns2:creationId id="{DD436EE9-3B64-44B0-8E87-10EA479A7B46}"/>
              </a:ext>
            </a:extLst>
          </p:cNvPr>
          <p:cNvSpPr>
            <a:spLocks noGrp="1"/>
          </p:cNvSpPr>
          <p:nvPr/>
        </p:nvSpPr>
        <p:spPr>
          <a:xfrm>
            <a:off x="3438906" y="3178969"/>
            <a:ext cx="1908239" cy="266700"/>
          </a:xfrm>
          <a:custGeom>
            <a:pathLst>
              <a:path w="1908239" h="266700">
                <a:moveTo>
                  <a:pt x="0" y="254247"/>
                </a:moveTo>
                <a:lnTo>
                  <a:pt x="25787" y="255580"/>
                </a:lnTo>
                <a:lnTo>
                  <a:pt x="51574" y="256032"/>
                </a:lnTo>
                <a:lnTo>
                  <a:pt x="77361" y="255600"/>
                </a:lnTo>
                <a:lnTo>
                  <a:pt x="103148" y="254288"/>
                </a:lnTo>
                <a:lnTo>
                  <a:pt x="128935" y="252104"/>
                </a:lnTo>
                <a:lnTo>
                  <a:pt x="154722" y="249064"/>
                </a:lnTo>
                <a:lnTo>
                  <a:pt x="180509" y="245191"/>
                </a:lnTo>
                <a:lnTo>
                  <a:pt x="206296" y="240512"/>
                </a:lnTo>
                <a:lnTo>
                  <a:pt x="232083" y="235061"/>
                </a:lnTo>
                <a:lnTo>
                  <a:pt x="257870" y="228877"/>
                </a:lnTo>
                <a:lnTo>
                  <a:pt x="283657" y="222004"/>
                </a:lnTo>
                <a:lnTo>
                  <a:pt x="309444" y="214493"/>
                </a:lnTo>
                <a:lnTo>
                  <a:pt x="335231" y="206397"/>
                </a:lnTo>
                <a:lnTo>
                  <a:pt x="361018" y="197775"/>
                </a:lnTo>
                <a:lnTo>
                  <a:pt x="386805" y="188689"/>
                </a:lnTo>
                <a:lnTo>
                  <a:pt x="412592" y="179204"/>
                </a:lnTo>
                <a:lnTo>
                  <a:pt x="438379" y="169389"/>
                </a:lnTo>
                <a:lnTo>
                  <a:pt x="464166" y="159314"/>
                </a:lnTo>
                <a:lnTo>
                  <a:pt x="489953" y="149052"/>
                </a:lnTo>
                <a:lnTo>
                  <a:pt x="515740" y="138677"/>
                </a:lnTo>
                <a:lnTo>
                  <a:pt x="541527" y="128263"/>
                </a:lnTo>
                <a:lnTo>
                  <a:pt x="567314" y="117887"/>
                </a:lnTo>
                <a:lnTo>
                  <a:pt x="593101" y="107621"/>
                </a:lnTo>
                <a:lnTo>
                  <a:pt x="618888" y="97541"/>
                </a:lnTo>
                <a:lnTo>
                  <a:pt x="644675" y="87719"/>
                </a:lnTo>
                <a:lnTo>
                  <a:pt x="670462" y="78226"/>
                </a:lnTo>
                <a:lnTo>
                  <a:pt x="696249" y="69129"/>
                </a:lnTo>
                <a:lnTo>
                  <a:pt x="722036" y="60496"/>
                </a:lnTo>
                <a:lnTo>
                  <a:pt x="747823" y="52387"/>
                </a:lnTo>
                <a:lnTo>
                  <a:pt x="773610" y="44862"/>
                </a:lnTo>
                <a:lnTo>
                  <a:pt x="799397" y="37975"/>
                </a:lnTo>
                <a:lnTo>
                  <a:pt x="825184" y="31774"/>
                </a:lnTo>
                <a:lnTo>
                  <a:pt x="850971" y="26306"/>
                </a:lnTo>
                <a:lnTo>
                  <a:pt x="876758" y="21608"/>
                </a:lnTo>
                <a:lnTo>
                  <a:pt x="902545" y="17716"/>
                </a:lnTo>
                <a:lnTo>
                  <a:pt x="928332" y="14657"/>
                </a:lnTo>
                <a:lnTo>
                  <a:pt x="954119" y="12453"/>
                </a:lnTo>
                <a:lnTo>
                  <a:pt x="979906" y="11120"/>
                </a:lnTo>
                <a:lnTo>
                  <a:pt x="1005693" y="10668"/>
                </a:lnTo>
                <a:lnTo>
                  <a:pt x="1031480" y="11100"/>
                </a:lnTo>
                <a:lnTo>
                  <a:pt x="1057267" y="12412"/>
                </a:lnTo>
                <a:lnTo>
                  <a:pt x="1083054" y="14596"/>
                </a:lnTo>
                <a:lnTo>
                  <a:pt x="1108841" y="17636"/>
                </a:lnTo>
                <a:lnTo>
                  <a:pt x="1134628" y="21509"/>
                </a:lnTo>
                <a:lnTo>
                  <a:pt x="1160415" y="26188"/>
                </a:lnTo>
                <a:lnTo>
                  <a:pt x="1186202" y="31639"/>
                </a:lnTo>
                <a:lnTo>
                  <a:pt x="1211989" y="37823"/>
                </a:lnTo>
                <a:lnTo>
                  <a:pt x="1237776" y="44696"/>
                </a:lnTo>
                <a:lnTo>
                  <a:pt x="1263563" y="52207"/>
                </a:lnTo>
                <a:lnTo>
                  <a:pt x="1289350" y="60303"/>
                </a:lnTo>
                <a:lnTo>
                  <a:pt x="1315137" y="68925"/>
                </a:lnTo>
                <a:lnTo>
                  <a:pt x="1340924" y="78011"/>
                </a:lnTo>
                <a:lnTo>
                  <a:pt x="1366711" y="87496"/>
                </a:lnTo>
                <a:lnTo>
                  <a:pt x="1392498" y="97311"/>
                </a:lnTo>
                <a:lnTo>
                  <a:pt x="1418285" y="107386"/>
                </a:lnTo>
                <a:lnTo>
                  <a:pt x="1444072" y="117648"/>
                </a:lnTo>
                <a:lnTo>
                  <a:pt x="1469859" y="128023"/>
                </a:lnTo>
                <a:lnTo>
                  <a:pt x="1495646" y="138437"/>
                </a:lnTo>
                <a:lnTo>
                  <a:pt x="1521433" y="148813"/>
                </a:lnTo>
                <a:lnTo>
                  <a:pt x="1547220" y="159079"/>
                </a:lnTo>
                <a:lnTo>
                  <a:pt x="1573007" y="169159"/>
                </a:lnTo>
                <a:lnTo>
                  <a:pt x="1598794" y="178981"/>
                </a:lnTo>
                <a:lnTo>
                  <a:pt x="1624581" y="188474"/>
                </a:lnTo>
                <a:lnTo>
                  <a:pt x="1650368" y="197571"/>
                </a:lnTo>
                <a:lnTo>
                  <a:pt x="1676155" y="206204"/>
                </a:lnTo>
                <a:lnTo>
                  <a:pt x="1701942" y="214313"/>
                </a:lnTo>
                <a:lnTo>
                  <a:pt x="1727729" y="221838"/>
                </a:lnTo>
                <a:lnTo>
                  <a:pt x="1753516" y="228725"/>
                </a:lnTo>
                <a:lnTo>
                  <a:pt x="1779303" y="234926"/>
                </a:lnTo>
                <a:lnTo>
                  <a:pt x="1805090" y="240394"/>
                </a:lnTo>
                <a:lnTo>
                  <a:pt x="1830877" y="245092"/>
                </a:lnTo>
                <a:lnTo>
                  <a:pt x="1856664" y="248984"/>
                </a:lnTo>
                <a:lnTo>
                  <a:pt x="1882451" y="252043"/>
                </a:lnTo>
                <a:lnTo>
                  <a:pt x="1908239" y="254247"/>
                </a:lnTo>
              </a:path>
            </a:pathLst>
          </a:custGeom>
          <a:noFill/>
          <a:ln w="38100">
            <a:solidFill>
              <a:srgbClr val="191919"/>
            </a:solidFill>
          </a:ln>
        </p:spPr>
      </p:sp>
      <p:sp>
        <p:nvSpPr>
          <p:cNvPr id="11" name="curved line">
            <a:extLst>
              <a:ext uri="{FF2B5EF4-FFF2-40B4-BE49-F238E27FC236}">
                <ns2:creationId id="{86ABDDFF-5EA9-4CA3-8E7B-BC7AF3662F40}"/>
              </a:ext>
            </a:extLst>
          </p:cNvPr>
          <p:cNvSpPr>
            <a:spLocks noGrp="1"/>
          </p:cNvSpPr>
          <p:nvPr/>
        </p:nvSpPr>
        <p:spPr>
          <a:xfrm>
            <a:off x="1000125" y="3729038"/>
            <a:ext cx="1908239" cy="190500"/>
          </a:xfrm>
          <a:custGeom>
            <a:pathLst>
              <a:path w="1908239" h="190500">
                <a:moveTo>
                  <a:pt x="0" y="181605"/>
                </a:moveTo>
                <a:lnTo>
                  <a:pt x="25787" y="182557"/>
                </a:lnTo>
                <a:lnTo>
                  <a:pt x="51574" y="182880"/>
                </a:lnTo>
                <a:lnTo>
                  <a:pt x="77361" y="182572"/>
                </a:lnTo>
                <a:lnTo>
                  <a:pt x="103148" y="181634"/>
                </a:lnTo>
                <a:lnTo>
                  <a:pt x="128935" y="180074"/>
                </a:lnTo>
                <a:lnTo>
                  <a:pt x="154722" y="177903"/>
                </a:lnTo>
                <a:lnTo>
                  <a:pt x="180509" y="175136"/>
                </a:lnTo>
                <a:lnTo>
                  <a:pt x="206296" y="171794"/>
                </a:lnTo>
                <a:lnTo>
                  <a:pt x="232083" y="167900"/>
                </a:lnTo>
                <a:lnTo>
                  <a:pt x="257870" y="163483"/>
                </a:lnTo>
                <a:lnTo>
                  <a:pt x="283657" y="158574"/>
                </a:lnTo>
                <a:lnTo>
                  <a:pt x="309444" y="153209"/>
                </a:lnTo>
                <a:lnTo>
                  <a:pt x="335231" y="147427"/>
                </a:lnTo>
                <a:lnTo>
                  <a:pt x="361018" y="141268"/>
                </a:lnTo>
                <a:lnTo>
                  <a:pt x="386805" y="134778"/>
                </a:lnTo>
                <a:lnTo>
                  <a:pt x="412592" y="128003"/>
                </a:lnTo>
                <a:lnTo>
                  <a:pt x="438379" y="120992"/>
                </a:lnTo>
                <a:lnTo>
                  <a:pt x="464166" y="113796"/>
                </a:lnTo>
                <a:lnTo>
                  <a:pt x="489953" y="106466"/>
                </a:lnTo>
                <a:lnTo>
                  <a:pt x="515740" y="99055"/>
                </a:lnTo>
                <a:lnTo>
                  <a:pt x="541527" y="91617"/>
                </a:lnTo>
                <a:lnTo>
                  <a:pt x="567314" y="84205"/>
                </a:lnTo>
                <a:lnTo>
                  <a:pt x="593101" y="76872"/>
                </a:lnTo>
                <a:lnTo>
                  <a:pt x="618888" y="69672"/>
                </a:lnTo>
                <a:lnTo>
                  <a:pt x="644675" y="62656"/>
                </a:lnTo>
                <a:lnTo>
                  <a:pt x="670462" y="55875"/>
                </a:lnTo>
                <a:lnTo>
                  <a:pt x="696249" y="49378"/>
                </a:lnTo>
                <a:lnTo>
                  <a:pt x="722036" y="43211"/>
                </a:lnTo>
                <a:lnTo>
                  <a:pt x="747823" y="37420"/>
                </a:lnTo>
                <a:lnTo>
                  <a:pt x="773610" y="32044"/>
                </a:lnTo>
                <a:lnTo>
                  <a:pt x="799397" y="27125"/>
                </a:lnTo>
                <a:lnTo>
                  <a:pt x="825184" y="22696"/>
                </a:lnTo>
                <a:lnTo>
                  <a:pt x="850971" y="18790"/>
                </a:lnTo>
                <a:lnTo>
                  <a:pt x="876758" y="15434"/>
                </a:lnTo>
                <a:lnTo>
                  <a:pt x="902545" y="12654"/>
                </a:lnTo>
                <a:lnTo>
                  <a:pt x="928332" y="10469"/>
                </a:lnTo>
                <a:lnTo>
                  <a:pt x="954119" y="8895"/>
                </a:lnTo>
                <a:lnTo>
                  <a:pt x="979906" y="7943"/>
                </a:lnTo>
                <a:lnTo>
                  <a:pt x="1005693" y="7620"/>
                </a:lnTo>
                <a:lnTo>
                  <a:pt x="1031480" y="7928"/>
                </a:lnTo>
                <a:lnTo>
                  <a:pt x="1057267" y="8866"/>
                </a:lnTo>
                <a:lnTo>
                  <a:pt x="1083054" y="10426"/>
                </a:lnTo>
                <a:lnTo>
                  <a:pt x="1108841" y="12597"/>
                </a:lnTo>
                <a:lnTo>
                  <a:pt x="1134628" y="15364"/>
                </a:lnTo>
                <a:lnTo>
                  <a:pt x="1160415" y="18706"/>
                </a:lnTo>
                <a:lnTo>
                  <a:pt x="1186202" y="22600"/>
                </a:lnTo>
                <a:lnTo>
                  <a:pt x="1211989" y="27017"/>
                </a:lnTo>
                <a:lnTo>
                  <a:pt x="1237776" y="31926"/>
                </a:lnTo>
                <a:lnTo>
                  <a:pt x="1263563" y="37291"/>
                </a:lnTo>
                <a:lnTo>
                  <a:pt x="1289350" y="43073"/>
                </a:lnTo>
                <a:lnTo>
                  <a:pt x="1315137" y="49232"/>
                </a:lnTo>
                <a:lnTo>
                  <a:pt x="1340924" y="55722"/>
                </a:lnTo>
                <a:lnTo>
                  <a:pt x="1366711" y="62497"/>
                </a:lnTo>
                <a:lnTo>
                  <a:pt x="1392498" y="69508"/>
                </a:lnTo>
                <a:lnTo>
                  <a:pt x="1418285" y="76704"/>
                </a:lnTo>
                <a:lnTo>
                  <a:pt x="1444072" y="84034"/>
                </a:lnTo>
                <a:lnTo>
                  <a:pt x="1469859" y="91445"/>
                </a:lnTo>
                <a:lnTo>
                  <a:pt x="1495646" y="98883"/>
                </a:lnTo>
                <a:lnTo>
                  <a:pt x="1521433" y="106295"/>
                </a:lnTo>
                <a:lnTo>
                  <a:pt x="1547220" y="113628"/>
                </a:lnTo>
                <a:lnTo>
                  <a:pt x="1573007" y="120828"/>
                </a:lnTo>
                <a:lnTo>
                  <a:pt x="1598794" y="127844"/>
                </a:lnTo>
                <a:lnTo>
                  <a:pt x="1624581" y="134625"/>
                </a:lnTo>
                <a:lnTo>
                  <a:pt x="1650368" y="141122"/>
                </a:lnTo>
                <a:lnTo>
                  <a:pt x="1676155" y="147289"/>
                </a:lnTo>
                <a:lnTo>
                  <a:pt x="1701942" y="153080"/>
                </a:lnTo>
                <a:lnTo>
                  <a:pt x="1727729" y="158456"/>
                </a:lnTo>
                <a:lnTo>
                  <a:pt x="1753516" y="163375"/>
                </a:lnTo>
                <a:lnTo>
                  <a:pt x="1779303" y="167804"/>
                </a:lnTo>
                <a:lnTo>
                  <a:pt x="1805090" y="171710"/>
                </a:lnTo>
                <a:lnTo>
                  <a:pt x="1830877" y="175066"/>
                </a:lnTo>
                <a:lnTo>
                  <a:pt x="1856664" y="177846"/>
                </a:lnTo>
                <a:lnTo>
                  <a:pt x="1882451" y="180031"/>
                </a:lnTo>
                <a:lnTo>
                  <a:pt x="1908239" y="181605"/>
                </a:lnTo>
              </a:path>
            </a:pathLst>
          </a:custGeom>
          <a:noFill/>
          <a:ln w="38100">
            <a:solidFill>
              <a:srgbClr val="191919"/>
            </a:solidFill>
          </a:ln>
        </p:spPr>
      </p:sp>
      <p:sp>
        <p:nvSpPr>
          <p:cNvPr id="12" name="curved line">
            <a:extLst>
              <a:ext uri="{FF2B5EF4-FFF2-40B4-BE49-F238E27FC236}">
                <ns2:creationId id="{1030A8AF-8A4D-4BC6-A32D-35923BE5A7B0}"/>
              </a:ext>
            </a:extLst>
          </p:cNvPr>
          <p:cNvSpPr>
            <a:spLocks noGrp="1"/>
          </p:cNvSpPr>
          <p:nvPr/>
        </p:nvSpPr>
        <p:spPr>
          <a:xfrm>
            <a:off x="3362706" y="3729038"/>
            <a:ext cx="1908239" cy="190500"/>
          </a:xfrm>
          <a:custGeom>
            <a:pathLst>
              <a:path w="1908239" h="190500">
                <a:moveTo>
                  <a:pt x="0" y="170893"/>
                </a:moveTo>
                <a:lnTo>
                  <a:pt x="25787" y="166869"/>
                </a:lnTo>
                <a:lnTo>
                  <a:pt x="51574" y="162328"/>
                </a:lnTo>
                <a:lnTo>
                  <a:pt x="77361" y="157305"/>
                </a:lnTo>
                <a:lnTo>
                  <a:pt x="103148" y="151834"/>
                </a:lnTo>
                <a:lnTo>
                  <a:pt x="128935" y="145956"/>
                </a:lnTo>
                <a:lnTo>
                  <a:pt x="154722" y="139712"/>
                </a:lnTo>
                <a:lnTo>
                  <a:pt x="180509" y="133148"/>
                </a:lnTo>
                <a:lnTo>
                  <a:pt x="206296" y="126311"/>
                </a:lnTo>
                <a:lnTo>
                  <a:pt x="232083" y="119250"/>
                </a:lnTo>
                <a:lnTo>
                  <a:pt x="257870" y="112016"/>
                </a:lnTo>
                <a:lnTo>
                  <a:pt x="283657" y="104661"/>
                </a:lnTo>
                <a:lnTo>
                  <a:pt x="309444" y="97239"/>
                </a:lnTo>
                <a:lnTo>
                  <a:pt x="335231" y="89802"/>
                </a:lnTo>
                <a:lnTo>
                  <a:pt x="361018" y="82404"/>
                </a:lnTo>
                <a:lnTo>
                  <a:pt x="386805" y="75100"/>
                </a:lnTo>
                <a:lnTo>
                  <a:pt x="412592" y="67940"/>
                </a:lnTo>
                <a:lnTo>
                  <a:pt x="438379" y="60977"/>
                </a:lnTo>
                <a:lnTo>
                  <a:pt x="464166" y="54261"/>
                </a:lnTo>
                <a:lnTo>
                  <a:pt x="489953" y="47840"/>
                </a:lnTo>
                <a:lnTo>
                  <a:pt x="515740" y="41761"/>
                </a:lnTo>
                <a:lnTo>
                  <a:pt x="541527" y="36067"/>
                </a:lnTo>
                <a:lnTo>
                  <a:pt x="567314" y="30800"/>
                </a:lnTo>
                <a:lnTo>
                  <a:pt x="593101" y="25997"/>
                </a:lnTo>
                <a:lnTo>
                  <a:pt x="618888" y="21692"/>
                </a:lnTo>
                <a:lnTo>
                  <a:pt x="644675" y="17918"/>
                </a:lnTo>
                <a:lnTo>
                  <a:pt x="670462" y="14702"/>
                </a:lnTo>
                <a:lnTo>
                  <a:pt x="696249" y="12065"/>
                </a:lnTo>
                <a:lnTo>
                  <a:pt x="722036" y="10028"/>
                </a:lnTo>
                <a:lnTo>
                  <a:pt x="747823" y="8605"/>
                </a:lnTo>
                <a:lnTo>
                  <a:pt x="773610" y="7806"/>
                </a:lnTo>
                <a:lnTo>
                  <a:pt x="799397" y="7637"/>
                </a:lnTo>
                <a:lnTo>
                  <a:pt x="825184" y="8100"/>
                </a:lnTo>
                <a:lnTo>
                  <a:pt x="850971" y="9190"/>
                </a:lnTo>
                <a:lnTo>
                  <a:pt x="876758" y="10900"/>
                </a:lnTo>
                <a:lnTo>
                  <a:pt x="902545" y="13218"/>
                </a:lnTo>
                <a:lnTo>
                  <a:pt x="928332" y="16128"/>
                </a:lnTo>
                <a:lnTo>
                  <a:pt x="954119" y="19607"/>
                </a:lnTo>
                <a:lnTo>
                  <a:pt x="979906" y="23631"/>
                </a:lnTo>
                <a:lnTo>
                  <a:pt x="1005693" y="28172"/>
                </a:lnTo>
                <a:lnTo>
                  <a:pt x="1031480" y="33195"/>
                </a:lnTo>
                <a:lnTo>
                  <a:pt x="1057267" y="38666"/>
                </a:lnTo>
                <a:lnTo>
                  <a:pt x="1083054" y="44544"/>
                </a:lnTo>
                <a:lnTo>
                  <a:pt x="1108841" y="50788"/>
                </a:lnTo>
                <a:lnTo>
                  <a:pt x="1134628" y="57352"/>
                </a:lnTo>
                <a:lnTo>
                  <a:pt x="1160415" y="64189"/>
                </a:lnTo>
                <a:lnTo>
                  <a:pt x="1186202" y="71250"/>
                </a:lnTo>
                <a:lnTo>
                  <a:pt x="1211989" y="78484"/>
                </a:lnTo>
                <a:lnTo>
                  <a:pt x="1237776" y="85839"/>
                </a:lnTo>
                <a:lnTo>
                  <a:pt x="1263563" y="93261"/>
                </a:lnTo>
                <a:lnTo>
                  <a:pt x="1289350" y="100698"/>
                </a:lnTo>
                <a:lnTo>
                  <a:pt x="1315137" y="108096"/>
                </a:lnTo>
                <a:lnTo>
                  <a:pt x="1340924" y="115400"/>
                </a:lnTo>
                <a:lnTo>
                  <a:pt x="1366711" y="122560"/>
                </a:lnTo>
                <a:lnTo>
                  <a:pt x="1392498" y="129523"/>
                </a:lnTo>
                <a:lnTo>
                  <a:pt x="1418285" y="136239"/>
                </a:lnTo>
                <a:lnTo>
                  <a:pt x="1444072" y="142660"/>
                </a:lnTo>
                <a:lnTo>
                  <a:pt x="1469859" y="148739"/>
                </a:lnTo>
                <a:lnTo>
                  <a:pt x="1495646" y="154433"/>
                </a:lnTo>
                <a:lnTo>
                  <a:pt x="1521433" y="159700"/>
                </a:lnTo>
                <a:lnTo>
                  <a:pt x="1547220" y="164503"/>
                </a:lnTo>
                <a:lnTo>
                  <a:pt x="1573007" y="168808"/>
                </a:lnTo>
                <a:lnTo>
                  <a:pt x="1598794" y="172582"/>
                </a:lnTo>
                <a:lnTo>
                  <a:pt x="1624581" y="175798"/>
                </a:lnTo>
                <a:lnTo>
                  <a:pt x="1650368" y="178435"/>
                </a:lnTo>
                <a:lnTo>
                  <a:pt x="1676155" y="180472"/>
                </a:lnTo>
                <a:lnTo>
                  <a:pt x="1701942" y="181895"/>
                </a:lnTo>
                <a:lnTo>
                  <a:pt x="1727729" y="182694"/>
                </a:lnTo>
                <a:lnTo>
                  <a:pt x="1753516" y="182863"/>
                </a:lnTo>
                <a:lnTo>
                  <a:pt x="1779303" y="182400"/>
                </a:lnTo>
                <a:lnTo>
                  <a:pt x="1805090" y="181310"/>
                </a:lnTo>
                <a:lnTo>
                  <a:pt x="1830877" y="179600"/>
                </a:lnTo>
                <a:lnTo>
                  <a:pt x="1856664" y="177282"/>
                </a:lnTo>
                <a:lnTo>
                  <a:pt x="1882451" y="174372"/>
                </a:lnTo>
                <a:lnTo>
                  <a:pt x="1908239" y="170893"/>
                </a:lnTo>
              </a:path>
            </a:pathLst>
          </a:custGeom>
          <a:noFill/>
          <a:ln w="38100">
            <a:solidFill>
              <a:srgbClr val="191919"/>
            </a:solidFill>
          </a:ln>
        </p:spPr>
      </p:sp>
      <p:sp>
        <p:nvSpPr>
          <p:cNvPr id="13" name="curved line">
            <a:extLst>
              <a:ext uri="{FF2B5EF4-FFF2-40B4-BE49-F238E27FC236}">
                <ns2:creationId id="{834DDB88-3BF8-46DE-BC7C-3D2242807713}"/>
              </a:ext>
            </a:extLst>
          </p:cNvPr>
          <p:cNvSpPr>
            <a:spLocks noGrp="1"/>
          </p:cNvSpPr>
          <p:nvPr/>
        </p:nvSpPr>
        <p:spPr>
          <a:xfrm>
            <a:off x="1076325" y="4279106"/>
            <a:ext cx="1908239" cy="266700"/>
          </a:xfrm>
          <a:custGeom>
            <a:pathLst>
              <a:path w="1908239" h="266700">
                <a:moveTo>
                  <a:pt x="0" y="239250"/>
                </a:moveTo>
                <a:lnTo>
                  <a:pt x="25787" y="233616"/>
                </a:lnTo>
                <a:lnTo>
                  <a:pt x="51574" y="227260"/>
                </a:lnTo>
                <a:lnTo>
                  <a:pt x="77361" y="220227"/>
                </a:lnTo>
                <a:lnTo>
                  <a:pt x="103148" y="212568"/>
                </a:lnTo>
                <a:lnTo>
                  <a:pt x="128935" y="204338"/>
                </a:lnTo>
                <a:lnTo>
                  <a:pt x="154722" y="195597"/>
                </a:lnTo>
                <a:lnTo>
                  <a:pt x="180509" y="186407"/>
                </a:lnTo>
                <a:lnTo>
                  <a:pt x="206296" y="176835"/>
                </a:lnTo>
                <a:lnTo>
                  <a:pt x="232083" y="166950"/>
                </a:lnTo>
                <a:lnTo>
                  <a:pt x="257870" y="156822"/>
                </a:lnTo>
                <a:lnTo>
                  <a:pt x="283657" y="146526"/>
                </a:lnTo>
                <a:lnTo>
                  <a:pt x="309444" y="136134"/>
                </a:lnTo>
                <a:lnTo>
                  <a:pt x="335231" y="125723"/>
                </a:lnTo>
                <a:lnTo>
                  <a:pt x="361018" y="115366"/>
                </a:lnTo>
                <a:lnTo>
                  <a:pt x="386805" y="105139"/>
                </a:lnTo>
                <a:lnTo>
                  <a:pt x="412592" y="95116"/>
                </a:lnTo>
                <a:lnTo>
                  <a:pt x="438379" y="85367"/>
                </a:lnTo>
                <a:lnTo>
                  <a:pt x="464166" y="75965"/>
                </a:lnTo>
                <a:lnTo>
                  <a:pt x="489953" y="66976"/>
                </a:lnTo>
                <a:lnTo>
                  <a:pt x="515740" y="58465"/>
                </a:lnTo>
                <a:lnTo>
                  <a:pt x="541527" y="50494"/>
                </a:lnTo>
                <a:lnTo>
                  <a:pt x="567314" y="43119"/>
                </a:lnTo>
                <a:lnTo>
                  <a:pt x="593101" y="36395"/>
                </a:lnTo>
                <a:lnTo>
                  <a:pt x="618888" y="30369"/>
                </a:lnTo>
                <a:lnTo>
                  <a:pt x="644675" y="25086"/>
                </a:lnTo>
                <a:lnTo>
                  <a:pt x="670462" y="20582"/>
                </a:lnTo>
                <a:lnTo>
                  <a:pt x="696249" y="16891"/>
                </a:lnTo>
                <a:lnTo>
                  <a:pt x="722036" y="14039"/>
                </a:lnTo>
                <a:lnTo>
                  <a:pt x="747823" y="12047"/>
                </a:lnTo>
                <a:lnTo>
                  <a:pt x="773610" y="10928"/>
                </a:lnTo>
                <a:lnTo>
                  <a:pt x="799397" y="10692"/>
                </a:lnTo>
                <a:lnTo>
                  <a:pt x="825184" y="11339"/>
                </a:lnTo>
                <a:lnTo>
                  <a:pt x="850971" y="12866"/>
                </a:lnTo>
                <a:lnTo>
                  <a:pt x="876758" y="15260"/>
                </a:lnTo>
                <a:lnTo>
                  <a:pt x="902545" y="18506"/>
                </a:lnTo>
                <a:lnTo>
                  <a:pt x="928332" y="22579"/>
                </a:lnTo>
                <a:lnTo>
                  <a:pt x="954119" y="27450"/>
                </a:lnTo>
                <a:lnTo>
                  <a:pt x="979906" y="33084"/>
                </a:lnTo>
                <a:lnTo>
                  <a:pt x="1005693" y="39440"/>
                </a:lnTo>
                <a:lnTo>
                  <a:pt x="1031480" y="46473"/>
                </a:lnTo>
                <a:lnTo>
                  <a:pt x="1057267" y="54132"/>
                </a:lnTo>
                <a:lnTo>
                  <a:pt x="1083054" y="62362"/>
                </a:lnTo>
                <a:lnTo>
                  <a:pt x="1108841" y="71103"/>
                </a:lnTo>
                <a:lnTo>
                  <a:pt x="1134628" y="80293"/>
                </a:lnTo>
                <a:lnTo>
                  <a:pt x="1160415" y="89865"/>
                </a:lnTo>
                <a:lnTo>
                  <a:pt x="1186202" y="99750"/>
                </a:lnTo>
                <a:lnTo>
                  <a:pt x="1211989" y="109878"/>
                </a:lnTo>
                <a:lnTo>
                  <a:pt x="1237776" y="120174"/>
                </a:lnTo>
                <a:lnTo>
                  <a:pt x="1263563" y="130566"/>
                </a:lnTo>
                <a:lnTo>
                  <a:pt x="1289350" y="140977"/>
                </a:lnTo>
                <a:lnTo>
                  <a:pt x="1315137" y="151334"/>
                </a:lnTo>
                <a:lnTo>
                  <a:pt x="1340924" y="161561"/>
                </a:lnTo>
                <a:lnTo>
                  <a:pt x="1366711" y="171584"/>
                </a:lnTo>
                <a:lnTo>
                  <a:pt x="1392498" y="181333"/>
                </a:lnTo>
                <a:lnTo>
                  <a:pt x="1418285" y="190735"/>
                </a:lnTo>
                <a:lnTo>
                  <a:pt x="1444072" y="199724"/>
                </a:lnTo>
                <a:lnTo>
                  <a:pt x="1469859" y="208235"/>
                </a:lnTo>
                <a:lnTo>
                  <a:pt x="1495646" y="216206"/>
                </a:lnTo>
                <a:lnTo>
                  <a:pt x="1521433" y="223581"/>
                </a:lnTo>
                <a:lnTo>
                  <a:pt x="1547220" y="230305"/>
                </a:lnTo>
                <a:lnTo>
                  <a:pt x="1573007" y="236331"/>
                </a:lnTo>
                <a:lnTo>
                  <a:pt x="1598794" y="241614"/>
                </a:lnTo>
                <a:lnTo>
                  <a:pt x="1624581" y="246118"/>
                </a:lnTo>
                <a:lnTo>
                  <a:pt x="1650368" y="249809"/>
                </a:lnTo>
                <a:lnTo>
                  <a:pt x="1676155" y="252661"/>
                </a:lnTo>
                <a:lnTo>
                  <a:pt x="1701942" y="254653"/>
                </a:lnTo>
                <a:lnTo>
                  <a:pt x="1727729" y="255772"/>
                </a:lnTo>
                <a:lnTo>
                  <a:pt x="1753516" y="256008"/>
                </a:lnTo>
                <a:lnTo>
                  <a:pt x="1779303" y="255361"/>
                </a:lnTo>
                <a:lnTo>
                  <a:pt x="1805090" y="253834"/>
                </a:lnTo>
                <a:lnTo>
                  <a:pt x="1830877" y="251440"/>
                </a:lnTo>
                <a:lnTo>
                  <a:pt x="1856664" y="248194"/>
                </a:lnTo>
                <a:lnTo>
                  <a:pt x="1882451" y="244121"/>
                </a:lnTo>
                <a:lnTo>
                  <a:pt x="1908239" y="239250"/>
                </a:lnTo>
              </a:path>
            </a:pathLst>
          </a:custGeom>
          <a:noFill/>
          <a:ln w="38100">
            <a:solidFill>
              <a:srgbClr val="191919"/>
            </a:solidFill>
          </a:ln>
        </p:spPr>
      </p:sp>
      <p:sp>
        <p:nvSpPr>
          <p:cNvPr id="14" name="curved line">
            <a:extLst>
              <a:ext uri="{FF2B5EF4-FFF2-40B4-BE49-F238E27FC236}">
                <ns2:creationId id="{7EF24495-9BBD-47D1-9EBB-7993B83BF1B1}"/>
              </a:ext>
            </a:extLst>
          </p:cNvPr>
          <p:cNvSpPr>
            <a:spLocks noGrp="1"/>
          </p:cNvSpPr>
          <p:nvPr/>
        </p:nvSpPr>
        <p:spPr>
          <a:xfrm>
            <a:off x="3438906" y="4279106"/>
            <a:ext cx="1908239" cy="266700"/>
          </a:xfrm>
          <a:custGeom>
            <a:pathLst>
              <a:path w="1908239" h="266700">
                <a:moveTo>
                  <a:pt x="0" y="174447"/>
                </a:moveTo>
                <a:lnTo>
                  <a:pt x="25787" y="164496"/>
                </a:lnTo>
                <a:lnTo>
                  <a:pt x="51574" y="154320"/>
                </a:lnTo>
                <a:lnTo>
                  <a:pt x="77361" y="143994"/>
                </a:lnTo>
                <a:lnTo>
                  <a:pt x="103148" y="133591"/>
                </a:lnTo>
                <a:lnTo>
                  <a:pt x="128935" y="123186"/>
                </a:lnTo>
                <a:lnTo>
                  <a:pt x="154722" y="112854"/>
                </a:lnTo>
                <a:lnTo>
                  <a:pt x="180509" y="102670"/>
                </a:lnTo>
                <a:lnTo>
                  <a:pt x="206296" y="92707"/>
                </a:lnTo>
                <a:lnTo>
                  <a:pt x="232083" y="83036"/>
                </a:lnTo>
                <a:lnTo>
                  <a:pt x="257870" y="73729"/>
                </a:lnTo>
                <a:lnTo>
                  <a:pt x="283657" y="64851"/>
                </a:lnTo>
                <a:lnTo>
                  <a:pt x="309444" y="56466"/>
                </a:lnTo>
                <a:lnTo>
                  <a:pt x="335231" y="48635"/>
                </a:lnTo>
                <a:lnTo>
                  <a:pt x="361018" y="41415"/>
                </a:lnTo>
                <a:lnTo>
                  <a:pt x="386805" y="34857"/>
                </a:lnTo>
                <a:lnTo>
                  <a:pt x="412592" y="29009"/>
                </a:lnTo>
                <a:lnTo>
                  <a:pt x="438379" y="23913"/>
                </a:lnTo>
                <a:lnTo>
                  <a:pt x="464166" y="19605"/>
                </a:lnTo>
                <a:lnTo>
                  <a:pt x="489953" y="16116"/>
                </a:lnTo>
                <a:lnTo>
                  <a:pt x="515740" y="13472"/>
                </a:lnTo>
                <a:lnTo>
                  <a:pt x="541527" y="11692"/>
                </a:lnTo>
                <a:lnTo>
                  <a:pt x="567314" y="10789"/>
                </a:lnTo>
                <a:lnTo>
                  <a:pt x="593101" y="10769"/>
                </a:lnTo>
                <a:lnTo>
                  <a:pt x="618888" y="11631"/>
                </a:lnTo>
                <a:lnTo>
                  <a:pt x="644675" y="13371"/>
                </a:lnTo>
                <a:lnTo>
                  <a:pt x="670462" y="15975"/>
                </a:lnTo>
                <a:lnTo>
                  <a:pt x="696249" y="19425"/>
                </a:lnTo>
                <a:lnTo>
                  <a:pt x="722036" y="23696"/>
                </a:lnTo>
                <a:lnTo>
                  <a:pt x="747823" y="28757"/>
                </a:lnTo>
                <a:lnTo>
                  <a:pt x="773610" y="34571"/>
                </a:lnTo>
                <a:lnTo>
                  <a:pt x="799397" y="41097"/>
                </a:lnTo>
                <a:lnTo>
                  <a:pt x="825184" y="48288"/>
                </a:lnTo>
                <a:lnTo>
                  <a:pt x="850971" y="56092"/>
                </a:lnTo>
                <a:lnTo>
                  <a:pt x="876758" y="64452"/>
                </a:lnTo>
                <a:lnTo>
                  <a:pt x="902545" y="73309"/>
                </a:lnTo>
                <a:lnTo>
                  <a:pt x="928332" y="82598"/>
                </a:lnTo>
                <a:lnTo>
                  <a:pt x="954119" y="92253"/>
                </a:lnTo>
                <a:lnTo>
                  <a:pt x="979906" y="102204"/>
                </a:lnTo>
                <a:lnTo>
                  <a:pt x="1005693" y="112380"/>
                </a:lnTo>
                <a:lnTo>
                  <a:pt x="1031480" y="122706"/>
                </a:lnTo>
                <a:lnTo>
                  <a:pt x="1057267" y="133109"/>
                </a:lnTo>
                <a:lnTo>
                  <a:pt x="1083054" y="143514"/>
                </a:lnTo>
                <a:lnTo>
                  <a:pt x="1108841" y="153846"/>
                </a:lnTo>
                <a:lnTo>
                  <a:pt x="1134628" y="164030"/>
                </a:lnTo>
                <a:lnTo>
                  <a:pt x="1160415" y="173993"/>
                </a:lnTo>
                <a:lnTo>
                  <a:pt x="1186202" y="183664"/>
                </a:lnTo>
                <a:lnTo>
                  <a:pt x="1211989" y="192971"/>
                </a:lnTo>
                <a:lnTo>
                  <a:pt x="1237776" y="201849"/>
                </a:lnTo>
                <a:lnTo>
                  <a:pt x="1263563" y="210234"/>
                </a:lnTo>
                <a:lnTo>
                  <a:pt x="1289350" y="218065"/>
                </a:lnTo>
                <a:lnTo>
                  <a:pt x="1315137" y="225285"/>
                </a:lnTo>
                <a:lnTo>
                  <a:pt x="1340924" y="231843"/>
                </a:lnTo>
                <a:lnTo>
                  <a:pt x="1366711" y="237691"/>
                </a:lnTo>
                <a:lnTo>
                  <a:pt x="1392498" y="242787"/>
                </a:lnTo>
                <a:lnTo>
                  <a:pt x="1418285" y="247095"/>
                </a:lnTo>
                <a:lnTo>
                  <a:pt x="1444072" y="250584"/>
                </a:lnTo>
                <a:lnTo>
                  <a:pt x="1469859" y="253228"/>
                </a:lnTo>
                <a:lnTo>
                  <a:pt x="1495646" y="255008"/>
                </a:lnTo>
                <a:lnTo>
                  <a:pt x="1521433" y="255911"/>
                </a:lnTo>
                <a:lnTo>
                  <a:pt x="1547220" y="255931"/>
                </a:lnTo>
                <a:lnTo>
                  <a:pt x="1573007" y="255069"/>
                </a:lnTo>
                <a:lnTo>
                  <a:pt x="1598794" y="253329"/>
                </a:lnTo>
                <a:lnTo>
                  <a:pt x="1624581" y="250725"/>
                </a:lnTo>
                <a:lnTo>
                  <a:pt x="1650368" y="247275"/>
                </a:lnTo>
                <a:lnTo>
                  <a:pt x="1676155" y="243004"/>
                </a:lnTo>
                <a:lnTo>
                  <a:pt x="1701942" y="237943"/>
                </a:lnTo>
                <a:lnTo>
                  <a:pt x="1727729" y="232129"/>
                </a:lnTo>
                <a:lnTo>
                  <a:pt x="1753516" y="225603"/>
                </a:lnTo>
                <a:lnTo>
                  <a:pt x="1779303" y="218412"/>
                </a:lnTo>
                <a:lnTo>
                  <a:pt x="1805090" y="210608"/>
                </a:lnTo>
                <a:lnTo>
                  <a:pt x="1830877" y="202248"/>
                </a:lnTo>
                <a:lnTo>
                  <a:pt x="1856664" y="193391"/>
                </a:lnTo>
                <a:lnTo>
                  <a:pt x="1882451" y="184102"/>
                </a:lnTo>
                <a:lnTo>
                  <a:pt x="1908239" y="174447"/>
                </a:lnTo>
              </a:path>
            </a:pathLst>
          </a:custGeom>
          <a:noFill/>
          <a:ln w="38100">
            <a:solidFill>
              <a:srgbClr val="191919"/>
            </a:solidFill>
          </a:ln>
        </p:spPr>
      </p:sp>
      <p:sp>
        <p:nvSpPr>
          <p:cNvPr id="15" name="line">
            <a:extLst>
              <a:ext uri="{FF2B5EF4-FFF2-40B4-BE49-F238E27FC236}">
                <ns2:creationId id="{0E2DA69E-45BC-4F56-AA97-DEAF574E2134}"/>
              </a:ext>
            </a:extLst>
          </p:cNvPr>
          <p:cNvSpPr>
            <a:spLocks noGrp="1"/>
          </p:cNvSpPr>
          <p:nvPr/>
        </p:nvSpPr>
        <p:spPr>
          <a:xfrm>
            <a:off x="6762750" y="2514600"/>
            <a:ext cx="4314825" cy="768096"/>
          </a:xfrm>
          <a:custGeom>
            <a:pathLst>
              <a:path w="4314825" h="768096">
                <a:moveTo>
                  <a:pt x="0" y="0"/>
                </a:moveTo>
                <a:lnTo>
                  <a:pt x="4314825" y="768096"/>
                </a:lnTo>
              </a:path>
            </a:pathLst>
          </a:custGeom>
          <a:noFill/>
          <a:ln w="30480">
            <a:solidFill>
              <a:srgbClr val="191919"/>
            </a:solidFill>
          </a:ln>
        </p:spPr>
      </p:sp>
      <p:sp>
        <p:nvSpPr>
          <p:cNvPr id="16" name="line">
            <a:extLst>
              <a:ext uri="{FF2B5EF4-FFF2-40B4-BE49-F238E27FC236}">
                <ns2:creationId id="{F1737DF9-C984-47F5-92BC-81DACD5F3F96}"/>
              </a:ext>
            </a:extLst>
          </p:cNvPr>
          <p:cNvSpPr>
            <a:spLocks noGrp="1"/>
          </p:cNvSpPr>
          <p:nvPr/>
        </p:nvSpPr>
        <p:spPr>
          <a:xfrm>
            <a:off x="6962775" y="2647950"/>
            <a:ext cx="3848100" cy="682752"/>
          </a:xfrm>
          <a:custGeom>
            <a:pathLst>
              <a:path w="3848100" h="682752">
                <a:moveTo>
                  <a:pt x="0" y="0"/>
                </a:moveTo>
                <a:lnTo>
                  <a:pt x="3848100" y="682752"/>
                </a:lnTo>
              </a:path>
            </a:pathLst>
          </a:custGeom>
          <a:noFill/>
          <a:ln w="30480">
            <a:solidFill>
              <a:srgbClr val="191919"/>
            </a:solidFill>
          </a:ln>
        </p:spPr>
      </p:sp>
      <p:sp>
        <p:nvSpPr>
          <p:cNvPr id="17" name="line">
            <a:extLst>
              <a:ext uri="{FF2B5EF4-FFF2-40B4-BE49-F238E27FC236}">
                <ns2:creationId id="{5B0A7B96-217D-4654-A13A-12FE1433DD13}"/>
              </a:ext>
            </a:extLst>
          </p:cNvPr>
          <p:cNvSpPr>
            <a:spLocks noGrp="1"/>
          </p:cNvSpPr>
          <p:nvPr/>
        </p:nvSpPr>
        <p:spPr>
          <a:xfrm>
            <a:off x="7162800" y="2781300"/>
            <a:ext cx="3381375" cy="597408"/>
          </a:xfrm>
          <a:custGeom>
            <a:pathLst>
              <a:path w="3381375" h="597408">
                <a:moveTo>
                  <a:pt x="0" y="0"/>
                </a:moveTo>
                <a:lnTo>
                  <a:pt x="3381375" y="597408"/>
                </a:lnTo>
              </a:path>
            </a:pathLst>
          </a:custGeom>
          <a:noFill/>
          <a:ln w="30480">
            <a:solidFill>
              <a:srgbClr val="191919"/>
            </a:solidFill>
          </a:ln>
        </p:spPr>
      </p:sp>
      <p:sp>
        <p:nvSpPr>
          <p:cNvPr id="18" name="line">
            <a:extLst>
              <a:ext uri="{FF2B5EF4-FFF2-40B4-BE49-F238E27FC236}">
                <ns2:creationId id="{75A5F3FD-FED4-4A13-8A12-552A2EBE26E6}"/>
              </a:ext>
            </a:extLst>
          </p:cNvPr>
          <p:cNvSpPr>
            <a:spLocks noGrp="1"/>
          </p:cNvSpPr>
          <p:nvPr/>
        </p:nvSpPr>
        <p:spPr>
          <a:xfrm>
            <a:off x="7362825" y="2914650"/>
            <a:ext cx="3714750" cy="512064"/>
          </a:xfrm>
          <a:custGeom>
            <a:pathLst>
              <a:path w="3714750" h="512064">
                <a:moveTo>
                  <a:pt x="0" y="0"/>
                </a:moveTo>
                <a:lnTo>
                  <a:pt x="3714750" y="512064"/>
                </a:lnTo>
              </a:path>
            </a:pathLst>
          </a:custGeom>
          <a:noFill/>
          <a:ln w="30480">
            <a:solidFill>
              <a:srgbClr val="191919"/>
            </a:solidFill>
          </a:ln>
        </p:spPr>
      </p:sp>
      <p:sp>
        <p:nvSpPr>
          <p:cNvPr id="19" name="line">
            <a:extLst>
              <a:ext uri="{FF2B5EF4-FFF2-40B4-BE49-F238E27FC236}">
                <ns2:creationId id="{DD8A5596-D4BB-46A0-A439-A671A130A3AD}"/>
              </a:ext>
            </a:extLst>
          </p:cNvPr>
          <p:cNvSpPr>
            <a:spLocks noGrp="1"/>
          </p:cNvSpPr>
          <p:nvPr/>
        </p:nvSpPr>
        <p:spPr>
          <a:xfrm>
            <a:off x="6762750" y="3048000"/>
            <a:ext cx="4048125" cy="426720"/>
          </a:xfrm>
          <a:custGeom>
            <a:pathLst>
              <a:path w="4048125" h="426720">
                <a:moveTo>
                  <a:pt x="0" y="0"/>
                </a:moveTo>
                <a:lnTo>
                  <a:pt x="4048125" y="426720"/>
                </a:lnTo>
              </a:path>
            </a:pathLst>
          </a:custGeom>
          <a:noFill/>
          <a:ln w="30480">
            <a:solidFill>
              <a:srgbClr val="191919"/>
            </a:solidFill>
          </a:ln>
        </p:spPr>
      </p:sp>
      <p:sp>
        <p:nvSpPr>
          <p:cNvPr id="20" name="line">
            <a:extLst>
              <a:ext uri="{FF2B5EF4-FFF2-40B4-BE49-F238E27FC236}">
                <ns2:creationId id="{6131AD43-5DF8-4BA1-92BA-E2D6535D6450}"/>
              </a:ext>
            </a:extLst>
          </p:cNvPr>
          <p:cNvSpPr>
            <a:spLocks noGrp="1"/>
          </p:cNvSpPr>
          <p:nvPr/>
        </p:nvSpPr>
        <p:spPr>
          <a:xfrm>
            <a:off x="6962775" y="3181350"/>
            <a:ext cx="3581400" cy="341376"/>
          </a:xfrm>
          <a:custGeom>
            <a:pathLst>
              <a:path w="3581400" h="341376">
                <a:moveTo>
                  <a:pt x="0" y="0"/>
                </a:moveTo>
                <a:lnTo>
                  <a:pt x="3581400" y="341376"/>
                </a:lnTo>
              </a:path>
            </a:pathLst>
          </a:custGeom>
          <a:noFill/>
          <a:ln w="30480">
            <a:solidFill>
              <a:srgbClr val="191919"/>
            </a:solidFill>
          </a:ln>
        </p:spPr>
      </p:sp>
      <p:sp>
        <p:nvSpPr>
          <p:cNvPr id="21" name="line">
            <a:extLst>
              <a:ext uri="{FF2B5EF4-FFF2-40B4-BE49-F238E27FC236}">
                <ns2:creationId id="{FB7EC445-4FE1-45F7-9544-CAD2F0E4EE9B}"/>
              </a:ext>
            </a:extLst>
          </p:cNvPr>
          <p:cNvSpPr>
            <a:spLocks noGrp="1"/>
          </p:cNvSpPr>
          <p:nvPr/>
        </p:nvSpPr>
        <p:spPr>
          <a:xfrm>
            <a:off x="7162800" y="3314700"/>
            <a:ext cx="3914775" cy="256032"/>
          </a:xfrm>
          <a:custGeom>
            <a:pathLst>
              <a:path w="3914775" h="256032">
                <a:moveTo>
                  <a:pt x="0" y="0"/>
                </a:moveTo>
                <a:lnTo>
                  <a:pt x="3914775" y="256032"/>
                </a:lnTo>
              </a:path>
            </a:pathLst>
          </a:custGeom>
          <a:noFill/>
          <a:ln w="30480">
            <a:solidFill>
              <a:srgbClr val="191919"/>
            </a:solidFill>
          </a:ln>
        </p:spPr>
      </p:sp>
      <p:sp>
        <p:nvSpPr>
          <p:cNvPr id="22" name="line">
            <a:extLst>
              <a:ext uri="{FF2B5EF4-FFF2-40B4-BE49-F238E27FC236}">
                <ns2:creationId id="{C5EF81E6-C0E6-412B-97AC-76E4CEECC95A}"/>
              </a:ext>
            </a:extLst>
          </p:cNvPr>
          <p:cNvSpPr>
            <a:spLocks noGrp="1"/>
          </p:cNvSpPr>
          <p:nvPr/>
        </p:nvSpPr>
        <p:spPr>
          <a:xfrm>
            <a:off x="7362825" y="3448050"/>
            <a:ext cx="3448050" cy="170688"/>
          </a:xfrm>
          <a:custGeom>
            <a:pathLst>
              <a:path w="3448050" h="170688">
                <a:moveTo>
                  <a:pt x="0" y="0"/>
                </a:moveTo>
                <a:lnTo>
                  <a:pt x="3448050" y="170688"/>
                </a:lnTo>
              </a:path>
            </a:pathLst>
          </a:custGeom>
          <a:noFill/>
          <a:ln w="30480">
            <a:solidFill>
              <a:srgbClr val="191919"/>
            </a:solidFill>
          </a:ln>
        </p:spPr>
      </p:sp>
      <p:sp>
        <p:nvSpPr>
          <p:cNvPr id="23" name="line">
            <a:extLst>
              <a:ext uri="{FF2B5EF4-FFF2-40B4-BE49-F238E27FC236}">
                <ns2:creationId id="{BAEE9223-8F1B-4897-882C-9673D468CC9E}"/>
              </a:ext>
            </a:extLst>
          </p:cNvPr>
          <p:cNvSpPr>
            <a:spLocks noGrp="1"/>
          </p:cNvSpPr>
          <p:nvPr/>
        </p:nvSpPr>
        <p:spPr>
          <a:xfrm>
            <a:off x="6762750" y="3581400"/>
            <a:ext cx="3781425" cy="85344"/>
          </a:xfrm>
          <a:custGeom>
            <a:pathLst>
              <a:path w="3781425" h="85344">
                <a:moveTo>
                  <a:pt x="0" y="0"/>
                </a:moveTo>
                <a:lnTo>
                  <a:pt x="3781425" y="85344"/>
                </a:lnTo>
              </a:path>
            </a:pathLst>
          </a:custGeom>
          <a:noFill/>
          <a:ln w="30480">
            <a:solidFill>
              <a:srgbClr val="191919"/>
            </a:solidFill>
          </a:ln>
        </p:spPr>
      </p:sp>
      <p:sp>
        <p:nvSpPr>
          <p:cNvPr id="24" name="line">
            <a:extLst>
              <a:ext uri="{FF2B5EF4-FFF2-40B4-BE49-F238E27FC236}">
                <ns2:creationId id="{30DCBF4C-C478-4FC7-8624-C3AF564D99EB}"/>
              </a:ext>
            </a:extLst>
          </p:cNvPr>
          <p:cNvSpPr>
            <a:spLocks noGrp="1"/>
          </p:cNvSpPr>
          <p:nvPr/>
        </p:nvSpPr>
        <p:spPr>
          <a:xfrm>
            <a:off x="6962775" y="3714750"/>
            <a:ext cx="4114800" cy="9525"/>
          </a:xfrm>
          <a:custGeom>
            <a:pathLst>
              <a:path w="4114800" h="9525">
                <a:moveTo>
                  <a:pt x="0" y="0"/>
                </a:moveTo>
                <a:lnTo>
                  <a:pt x="4114800" y="0"/>
                </a:lnTo>
              </a:path>
            </a:pathLst>
          </a:custGeom>
          <a:noFill/>
          <a:ln w="30480">
            <a:solidFill>
              <a:srgbClr val="191919"/>
            </a:solidFill>
          </a:ln>
        </p:spPr>
      </p:sp>
      <p:sp>
        <p:nvSpPr>
          <p:cNvPr id="25" name="line">
            <a:extLst>
              <a:ext uri="{FF2B5EF4-FFF2-40B4-BE49-F238E27FC236}">
                <ns2:creationId id="{D85CEF1E-9E9E-4084-BF60-E75CB068149C}"/>
              </a:ext>
            </a:extLst>
          </p:cNvPr>
          <p:cNvSpPr>
            <a:spLocks noGrp="1"/>
          </p:cNvSpPr>
          <p:nvPr/>
        </p:nvSpPr>
        <p:spPr>
          <a:xfrm>
            <a:off x="7162800" y="3762756"/>
            <a:ext cx="3648075" cy="85344"/>
          </a:xfrm>
          <a:custGeom>
            <a:pathLst>
              <a:path w="3648075" h="85344">
                <a:moveTo>
                  <a:pt x="0" y="85344"/>
                </a:moveTo>
                <a:lnTo>
                  <a:pt x="3648075" y="0"/>
                </a:lnTo>
              </a:path>
            </a:pathLst>
          </a:custGeom>
          <a:noFill/>
          <a:ln w="30480">
            <a:solidFill>
              <a:srgbClr val="191919"/>
            </a:solidFill>
          </a:ln>
        </p:spPr>
      </p:sp>
      <p:sp>
        <p:nvSpPr>
          <p:cNvPr id="26" name="line">
            <a:extLst>
              <a:ext uri="{FF2B5EF4-FFF2-40B4-BE49-F238E27FC236}">
                <ns2:creationId id="{09BCA4A4-F435-4219-9CC4-1939F6449432}"/>
              </a:ext>
            </a:extLst>
          </p:cNvPr>
          <p:cNvSpPr>
            <a:spLocks noGrp="1"/>
          </p:cNvSpPr>
          <p:nvPr/>
        </p:nvSpPr>
        <p:spPr>
          <a:xfrm>
            <a:off x="7362825" y="3810762"/>
            <a:ext cx="3181350" cy="170688"/>
          </a:xfrm>
          <a:custGeom>
            <a:pathLst>
              <a:path w="3181350" h="170688">
                <a:moveTo>
                  <a:pt x="0" y="170688"/>
                </a:moveTo>
                <a:lnTo>
                  <a:pt x="3181350" y="0"/>
                </a:lnTo>
              </a:path>
            </a:pathLst>
          </a:custGeom>
          <a:noFill/>
          <a:ln w="30480">
            <a:solidFill>
              <a:srgbClr val="191919"/>
            </a:solidFill>
          </a:ln>
        </p:spPr>
      </p:sp>
      <p:sp>
        <p:nvSpPr>
          <p:cNvPr id="27" name="line">
            <a:extLst>
              <a:ext uri="{FF2B5EF4-FFF2-40B4-BE49-F238E27FC236}">
                <ns2:creationId id="{F880169B-6F87-4213-86D9-A9F467802191}"/>
              </a:ext>
            </a:extLst>
          </p:cNvPr>
          <p:cNvSpPr>
            <a:spLocks noGrp="1"/>
          </p:cNvSpPr>
          <p:nvPr/>
        </p:nvSpPr>
        <p:spPr>
          <a:xfrm>
            <a:off x="6762750" y="3858768"/>
            <a:ext cx="4314825" cy="256032"/>
          </a:xfrm>
          <a:custGeom>
            <a:pathLst>
              <a:path w="4314825" h="256032">
                <a:moveTo>
                  <a:pt x="0" y="256032"/>
                </a:moveTo>
                <a:lnTo>
                  <a:pt x="4314825" y="0"/>
                </a:lnTo>
              </a:path>
            </a:pathLst>
          </a:custGeom>
          <a:noFill/>
          <a:ln w="30480">
            <a:solidFill>
              <a:srgbClr val="191919"/>
            </a:solidFill>
          </a:ln>
        </p:spPr>
      </p:sp>
      <p:sp>
        <p:nvSpPr>
          <p:cNvPr id="28" name="line">
            <a:extLst>
              <a:ext uri="{FF2B5EF4-FFF2-40B4-BE49-F238E27FC236}">
                <ns2:creationId id="{A49517FC-D056-4EF0-9ACC-AA1B5603E76B}"/>
              </a:ext>
            </a:extLst>
          </p:cNvPr>
          <p:cNvSpPr>
            <a:spLocks noGrp="1"/>
          </p:cNvSpPr>
          <p:nvPr/>
        </p:nvSpPr>
        <p:spPr>
          <a:xfrm>
            <a:off x="6962775" y="3906774"/>
            <a:ext cx="3848100" cy="341376"/>
          </a:xfrm>
          <a:custGeom>
            <a:pathLst>
              <a:path w="3848100" h="341376">
                <a:moveTo>
                  <a:pt x="0" y="341376"/>
                </a:moveTo>
                <a:lnTo>
                  <a:pt x="3848100" y="0"/>
                </a:lnTo>
              </a:path>
            </a:pathLst>
          </a:custGeom>
          <a:noFill/>
          <a:ln w="30480">
            <a:solidFill>
              <a:srgbClr val="191919"/>
            </a:solidFill>
          </a:ln>
        </p:spPr>
      </p:sp>
      <p:sp>
        <p:nvSpPr>
          <p:cNvPr id="29" name="line">
            <a:extLst>
              <a:ext uri="{FF2B5EF4-FFF2-40B4-BE49-F238E27FC236}">
                <ns2:creationId id="{8B6F5A30-983A-4ABB-8A28-0AE139D16C5F}"/>
              </a:ext>
            </a:extLst>
          </p:cNvPr>
          <p:cNvSpPr>
            <a:spLocks noGrp="1"/>
          </p:cNvSpPr>
          <p:nvPr/>
        </p:nvSpPr>
        <p:spPr>
          <a:xfrm>
            <a:off x="7162800" y="3954780"/>
            <a:ext cx="3381375" cy="426720"/>
          </a:xfrm>
          <a:custGeom>
            <a:pathLst>
              <a:path w="3381375" h="426720">
                <a:moveTo>
                  <a:pt x="0" y="426720"/>
                </a:moveTo>
                <a:lnTo>
                  <a:pt x="3381375" y="0"/>
                </a:lnTo>
              </a:path>
            </a:pathLst>
          </a:custGeom>
          <a:noFill/>
          <a:ln w="30480">
            <a:solidFill>
              <a:srgbClr val="191919"/>
            </a:solidFill>
          </a:ln>
        </p:spPr>
      </p:sp>
      <p:sp>
        <p:nvSpPr>
          <p:cNvPr id="30" name="line">
            <a:extLst>
              <a:ext uri="{FF2B5EF4-FFF2-40B4-BE49-F238E27FC236}">
                <ns2:creationId id="{741852BE-9E2B-4919-B915-384CB08F8C62}"/>
              </a:ext>
            </a:extLst>
          </p:cNvPr>
          <p:cNvSpPr>
            <a:spLocks noGrp="1"/>
          </p:cNvSpPr>
          <p:nvPr/>
        </p:nvSpPr>
        <p:spPr>
          <a:xfrm>
            <a:off x="7362825" y="4002786"/>
            <a:ext cx="3714750" cy="512064"/>
          </a:xfrm>
          <a:custGeom>
            <a:pathLst>
              <a:path w="3714750" h="512064">
                <a:moveTo>
                  <a:pt x="0" y="512064"/>
                </a:moveTo>
                <a:lnTo>
                  <a:pt x="3714750" y="0"/>
                </a:lnTo>
              </a:path>
            </a:pathLst>
          </a:custGeom>
          <a:noFill/>
          <a:ln w="30480">
            <a:solidFill>
              <a:srgbClr val="191919"/>
            </a:solidFill>
          </a:ln>
        </p:spPr>
      </p:sp>
      <p:sp>
        <p:nvSpPr>
          <p:cNvPr id="31" name="line">
            <a:extLst>
              <a:ext uri="{FF2B5EF4-FFF2-40B4-BE49-F238E27FC236}">
                <ns2:creationId id="{6349A87E-55CF-4425-A085-5CA9BBAC6B5F}"/>
              </a:ext>
            </a:extLst>
          </p:cNvPr>
          <p:cNvSpPr>
            <a:spLocks noGrp="1"/>
          </p:cNvSpPr>
          <p:nvPr/>
        </p:nvSpPr>
        <p:spPr>
          <a:xfrm>
            <a:off x="6762750" y="4050792"/>
            <a:ext cx="4048125" cy="597408"/>
          </a:xfrm>
          <a:custGeom>
            <a:pathLst>
              <a:path w="4048125" h="597408">
                <a:moveTo>
                  <a:pt x="0" y="597408"/>
                </a:moveTo>
                <a:lnTo>
                  <a:pt x="4048125" y="0"/>
                </a:lnTo>
              </a:path>
            </a:pathLst>
          </a:custGeom>
          <a:noFill/>
          <a:ln w="30480">
            <a:solidFill>
              <a:srgbClr val="191919"/>
            </a:solidFill>
          </a:ln>
        </p:spPr>
      </p:sp>
      <p:sp>
        <p:nvSpPr>
          <p:cNvPr id="32" name="line">
            <a:extLst>
              <a:ext uri="{FF2B5EF4-FFF2-40B4-BE49-F238E27FC236}">
                <ns2:creationId id="{B035966C-23D1-4BDE-8D7F-1F434F4E5AEA}"/>
              </a:ext>
            </a:extLst>
          </p:cNvPr>
          <p:cNvSpPr>
            <a:spLocks noGrp="1"/>
          </p:cNvSpPr>
          <p:nvPr/>
        </p:nvSpPr>
        <p:spPr>
          <a:xfrm>
            <a:off x="6962775" y="4098798"/>
            <a:ext cx="3581400" cy="682752"/>
          </a:xfrm>
          <a:custGeom>
            <a:pathLst>
              <a:path w="3581400" h="682752">
                <a:moveTo>
                  <a:pt x="0" y="682752"/>
                </a:moveTo>
                <a:lnTo>
                  <a:pt x="3581400" y="0"/>
                </a:lnTo>
              </a:path>
            </a:pathLst>
          </a:custGeom>
          <a:noFill/>
          <a:ln w="30480">
            <a:solidFill>
              <a:srgbClr val="191919"/>
            </a:solidFill>
          </a:ln>
        </p:spPr>
      </p:sp>
      <p:sp>
        <p:nvSpPr>
          <p:cNvPr id="33" name="line">
            <a:extLst>
              <a:ext uri="{FF2B5EF4-FFF2-40B4-BE49-F238E27FC236}">
                <ns2:creationId id="{B78734F9-C442-4EDF-841D-2C8B68A1BC48}"/>
              </a:ext>
            </a:extLst>
          </p:cNvPr>
          <p:cNvSpPr>
            <a:spLocks noGrp="1"/>
          </p:cNvSpPr>
          <p:nvPr/>
        </p:nvSpPr>
        <p:spPr>
          <a:xfrm>
            <a:off x="7162800" y="4146804"/>
            <a:ext cx="3914775" cy="768096"/>
          </a:xfrm>
          <a:custGeom>
            <a:pathLst>
              <a:path w="3914775" h="768096">
                <a:moveTo>
                  <a:pt x="0" y="768096"/>
                </a:moveTo>
                <a:lnTo>
                  <a:pt x="3914775" y="0"/>
                </a:lnTo>
              </a:path>
            </a:pathLst>
          </a:custGeom>
          <a:noFill/>
          <a:ln w="30480">
            <a:solidFill>
              <a:srgbClr val="191919"/>
            </a:solidFill>
          </a:ln>
        </p:spPr>
      </p:sp>
      <p:sp>
        <p:nvSpPr>
          <p:cNvPr id="34" name="Relaxed">
            <a:extLst>
              <a:ext uri="{FF2B5EF4-FFF2-40B4-BE49-F238E27FC236}">
                <ns2:creationId id="{FBC0EBA8-AFED-4CDD-B3DC-86CEC6E7B7B0}"/>
              </a:ext>
            </a:extLst>
          </p:cNvPr>
          <p:cNvSpPr>
            <a:spLocks noGrp="1"/>
          </p:cNvSpPr>
          <p:nvPr/>
        </p:nvSpPr>
        <p:spPr>
          <a:xfrm>
            <a:off x="781050" y="5438775"/>
            <a:ext cx="4953000" cy="457200"/>
          </a:xfrm>
          <a:prstGeom prst="rect">
            <a:avLst/>
          </a:prstGeom>
          <a:noFill/>
          <a:ln w="0">
            <a:noFill/>
          </a:ln>
        </p:spPr>
        <p:txBody>
          <a:bodyPr wrap="square" lIns="0" tIns="0" rIns="0" bIns="0">
            <a:noAutofit/>
          </a:bodyPr>
          <a:lstStyle/>
          <a:p>
            <a:pPr>
              <a:defRPr sz="2550" b="1">
                <a:solidFill>
                  <a:srgbClr val="1955DB"/>
                </a:solidFill>
                <a:latin typeface="Arial Black"/>
                <a:ea typeface="Arial Black"/>
                <a:cs typeface="Arial Black"/>
              </a:defRPr>
            </a:pPr>
            <a:r>
              <a:rPr sz="2550" b="1">
                <a:solidFill>
                  <a:srgbClr val="1955DB"/>
                </a:solidFill>
                <a:latin typeface="Arial Black"/>
                <a:ea typeface="Arial Black"/>
                <a:cs typeface="Arial Black"/>
              </a:rPr>
              <a:t>Relaxed</a:t>
            </a:r>
          </a:p>
        </p:txBody>
      </p:sp>
      <p:sp>
        <p:nvSpPr>
          <p:cNvPr id="35" name="Intense / movement">
            <a:extLst>
              <a:ext uri="{FF2B5EF4-FFF2-40B4-BE49-F238E27FC236}">
                <ns2:creationId id="{9B197701-1025-40F7-BD4D-8D20F01F3A32}"/>
              </a:ext>
            </a:extLst>
          </p:cNvPr>
          <p:cNvSpPr>
            <a:spLocks noGrp="1"/>
          </p:cNvSpPr>
          <p:nvPr/>
        </p:nvSpPr>
        <p:spPr>
          <a:xfrm>
            <a:off x="6534150" y="5438775"/>
            <a:ext cx="4953000" cy="457200"/>
          </a:xfrm>
          <a:prstGeom prst="rect">
            <a:avLst/>
          </a:prstGeom>
          <a:noFill/>
          <a:ln w="0">
            <a:noFill/>
          </a:ln>
        </p:spPr>
        <p:txBody>
          <a:bodyPr wrap="square" lIns="0" tIns="0" rIns="0" bIns="0">
            <a:noAutofit/>
          </a:bodyPr>
          <a:lstStyle/>
          <a:p>
            <a:pPr>
              <a:defRPr sz="2550" b="1">
                <a:solidFill>
                  <a:srgbClr val="1955DB"/>
                </a:solidFill>
                <a:latin typeface="Arial Black"/>
                <a:ea typeface="Arial Black"/>
                <a:cs typeface="Arial Black"/>
              </a:defRPr>
            </a:pPr>
            <a:r>
              <a:rPr sz="2550" b="1">
                <a:solidFill>
                  <a:srgbClr val="1955DB"/>
                </a:solidFill>
                <a:latin typeface="Arial Black"/>
                <a:ea typeface="Arial Black"/>
                <a:cs typeface="Arial Black"/>
              </a:rPr>
              <a:t>Intense / movement</a:t>
            </a:r>
          </a:p>
        </p:txBody>
      </p:sp>
      <p:sp>
        <p:nvSpPr>
          <p:cNvPr id="36" name="Open space and gentle curves feel calmer. Tight clusters and changing lengths suggest urgency.">
            <a:extLst>
              <a:ext uri="{FF2B5EF4-FFF2-40B4-BE49-F238E27FC236}">
                <ns2:creationId id="{E777A6D6-7D23-4DB0-8814-9A03389C99EE}"/>
              </a:ext>
            </a:extLst>
          </p:cNvPr>
          <p:cNvSpPr>
            <a:spLocks noGrp="1"/>
          </p:cNvSpPr>
          <p:nvPr/>
        </p:nvSpPr>
        <p:spPr>
          <a:xfrm>
            <a:off x="647700" y="6191250"/>
            <a:ext cx="10858500" cy="409575"/>
          </a:xfrm>
          <a:prstGeom prst="rect">
            <a:avLst/>
          </a:prstGeom>
          <a:noFill/>
          <a:ln w="0">
            <a:noFill/>
          </a:ln>
        </p:spPr>
        <p:txBody>
          <a:bodyPr wrap="square" lIns="0" tIns="0" rIns="0" bIns="0">
            <a:noAutofit/>
          </a:bodyPr>
          <a:lstStyle/>
          <a:p>
            <a:pPr>
              <a:defRPr sz="1725" b="0">
                <a:solidFill>
                  <a:srgbClr val="191919"/>
                </a:solidFill>
                <a:latin typeface="Arial"/>
                <a:ea typeface="Arial"/>
                <a:cs typeface="Arial"/>
              </a:defRPr>
            </a:pPr>
            <a:r>
              <a:rPr sz="1725" b="0">
                <a:solidFill>
                  <a:srgbClr val="191919"/>
                </a:solidFill>
                <a:latin typeface="Arial"/>
                <a:ea typeface="Arial"/>
                <a:cs typeface="Arial"/>
              </a:rPr>
              <a:t>Open space and gentle curves feel calmer. Tight clusters and changing lengths suggest urgency.</a:t>
            </a:r>
          </a:p>
        </p:txBody>
      </p:sp>
      <p:sp>
        <p:nvSpPr>
          <p:cNvPr id="37" name="reveal_cover_A">
            <a:extLst>
              <a:ext uri="{FF2B5EF4-FFF2-40B4-BE49-F238E27FC236}">
                <ns2:creationId id="{E98556FA-F5D3-4940-9D84-1DA7ADE98F5D}"/>
              </a:ext>
            </a:extLst>
          </p:cNvPr>
          <p:cNvSpPr>
            <a:spLocks noGrp="1"/>
          </p:cNvSpPr>
          <p:nvPr/>
        </p:nvSpPr>
        <p:spPr>
          <a:xfrm>
            <a:off x="590550" y="5419725"/>
            <a:ext cx="5286375" cy="647700"/>
          </a:xfrm>
          <a:prstGeom prst="rect">
            <a:avLst/>
          </a:prstGeom>
          <a:solidFill>
            <a:srgbClr val="FAF7EF"/>
          </a:solidFill>
          <a:ln w="0">
            <a:noFill/>
          </a:ln>
        </p:spPr>
      </p:sp>
      <p:sp>
        <p:nvSpPr>
          <p:cNvPr id="38" name="reveal_cover_B">
            <a:extLst>
              <a:ext uri="{FF2B5EF4-FFF2-40B4-BE49-F238E27FC236}">
                <ns2:creationId id="{A9B293AC-3CDD-4415-A970-FF0C0A1DB5DD}"/>
              </a:ext>
            </a:extLst>
          </p:cNvPr>
          <p:cNvSpPr>
            <a:spLocks noGrp="1"/>
          </p:cNvSpPr>
          <p:nvPr/>
        </p:nvSpPr>
        <p:spPr>
          <a:xfrm>
            <a:off x="6343650" y="5419725"/>
            <a:ext cx="5286375" cy="647700"/>
          </a:xfrm>
          <a:prstGeom prst="rect">
            <a:avLst/>
          </a:prstGeom>
          <a:solidFill>
            <a:srgbClr val="FAF7EF"/>
          </a:solidFill>
          <a:ln w="0">
            <a:noFill/>
          </a:ln>
        </p:spPr>
      </p:sp>
      <p:sp>
        <p:nvSpPr>
          <p:cNvPr id="39" name="reveal_cover_reason">
            <a:extLst>
              <a:ext uri="{FF2B5EF4-FFF2-40B4-BE49-F238E27FC236}">
                <ns2:creationId id="{F0E34909-C4E0-453E-9756-CF96853783CC}"/>
              </a:ext>
            </a:extLst>
          </p:cNvPr>
          <p:cNvSpPr>
            <a:spLocks noGrp="1"/>
          </p:cNvSpPr>
          <p:nvPr/>
        </p:nvSpPr>
        <p:spPr>
          <a:xfrm>
            <a:off x="609600" y="6105525"/>
            <a:ext cx="10991850" cy="590550"/>
          </a:xfrm>
          <a:prstGeom prst="rect">
            <a:avLst/>
          </a:prstGeom>
          <a:solidFill>
            <a:srgbClr val="FAF7EF"/>
          </a:solidFill>
          <a:ln w="0">
            <a:noFill/>
          </a:ln>
        </p:spPr>
      </p:sp>
    </p:spTree>
    <p:extLst>
      <p:ext uri="{BB962C8B-B14F-4D97-AF65-F5344CB8AC3E}">
        <ns3:creationId val="1893869628"/>
      </p:ext>
    </p:extLst>
  </p:cSld>
  <p:timing>
    <p:tnLst>
      <p:par>
        <p:cTn dur="indefinite" nodeType="tmRoot" restart="never" id="1">
          <p:childTnLst>
            <p:seq concurrent="1" nextAc="seek">
              <p:cTn dur="indefinite" id="2" nodeType="mainSeq">
                <p:childTnLst>
                  <p:par>
                    <p:cTn fill="hold" id="3">
                      <p:stCondLst>
                        <p:cond delay="indefinite"/>
                      </p:stCondLst>
                      <p:childTnLst>
                        <p:par>
                          <p:cTn fill="hold" id="4">
                            <p:stCondLst>
                              <p:cond delay="0"/>
                            </p:stCondLst>
                            <p:childTnLst>
                              <p:par>
                                <p:cTn fill="hold" nodeType="clickEffect" presetClass="exit" presetID="1" presetSubtype="0" id="5">
                                  <p:stCondLst>
                                    <p:cond delay="0"/>
                                  </p:stCondLst>
                                  <p:childTnLst>
                                    <p:set>
                                      <p:cBhvr>
                                        <p:cTn dur="1" fill="hold" id="6">
                                          <p:stCondLst>
                                            <p:cond delay="0"/>
                                          </p:stCondLst>
                                        </p:cTn>
                                        <p:tgtEl>
                                          <p:spTgt spid="37"/>
                                        </p:tgtEl>
                                        <p:attrNameLst>
                                          <p:attrName>style.visibility</p:attrName>
                                        </p:attrNameLst>
                                      </p:cBhvr>
                                      <p:to>
                                        <p:strVal val="hidden"/>
                                      </p:to>
                                    </p:set>
                                  </p:childTnLst>
                                </p:cTn>
                              </p:par>
                              <p:par>
                                <p:cTn fill="hold" nodeType="withEffect" presetClass="exit" presetID="1" presetSubtype="0" id="7">
                                  <p:stCondLst>
                                    <p:cond delay="0"/>
                                  </p:stCondLst>
                                  <p:childTnLst>
                                    <p:set>
                                      <p:cBhvr>
                                        <p:cTn dur="1" fill="hold" id="8">
                                          <p:stCondLst>
                                            <p:cond delay="0"/>
                                          </p:stCondLst>
                                        </p:cTn>
                                        <p:tgtEl>
                                          <p:spTgt spid="38"/>
                                        </p:tgtEl>
                                        <p:attrNameLst>
                                          <p:attrName>style.visibility</p:attrName>
                                        </p:attrNameLst>
                                      </p:cBhvr>
                                      <p:to>
                                        <p:strVal val="hidden"/>
                                      </p:to>
                                    </p:set>
                                  </p:childTnLst>
                                </p:cTn>
                              </p:par>
                              <p:par>
                                <p:cTn fill="hold" nodeType="withEffect" presetClass="exit" presetID="1" presetSubtype="0" id="9">
                                  <p:stCondLst>
                                    <p:cond delay="0"/>
                                  </p:stCondLst>
                                  <p:childTnLst>
                                    <p:set>
                                      <p:cBhvr>
                                        <p:cTn dur="1" fill="hold" id="10">
                                          <p:stCondLst>
                                            <p:cond delay="0"/>
                                          </p:stCondLst>
                                        </p:cTn>
                                        <p:tgtEl>
                                          <p:spTgt spid="3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7EF"/>
        </a:solidFill>
      </p:bgPr>
    </p:bg>
    <p:spTree>
      <p:nvGrpSpPr>
        <p:cNvPr id="1" name=""/>
        <p:cNvGrpSpPr/>
        <p:nvPr/>
      </p:nvGrpSpPr>
      <p:grpSpPr>
        <a:xfrm/>
      </p:grpSpPr>
      <p:sp>
        <p:nvSpPr>
          <p:cNvPr id="27" name="Repetition and direction">
            <a:extLst>
              <a:ext uri="{FF2B5EF4-FFF2-40B4-BE49-F238E27FC236}">
                <ns2:creationId id="{16C704A5-4315-44CA-98C5-D75A9852D1CF}"/>
              </a:ext>
            </a:extLst>
          </p:cNvPr>
          <p:cNvSpPr>
            <a:spLocks noGrp="1"/>
          </p:cNvSpPr>
          <p:nvPr/>
        </p:nvSpPr>
        <p:spPr>
          <a:xfrm>
            <a:off x="609600" y="381000"/>
            <a:ext cx="10953750" cy="952500"/>
          </a:xfrm>
          <a:prstGeom prst="rect">
            <a:avLst/>
          </a:prstGeom>
          <a:noFill/>
          <a:ln w="0">
            <a:noFill/>
          </a:ln>
        </p:spPr>
        <p:txBody>
          <a:bodyPr wrap="square" lIns="0" tIns="0" rIns="0" bIns="0">
            <a:noAutofit/>
          </a:bodyPr>
          <a:lstStyle/>
          <a:p>
            <a:pPr>
              <a:defRPr sz="3900" b="1">
                <a:solidFill>
                  <a:srgbClr val="191919"/>
                </a:solidFill>
                <a:latin typeface="Arial Black"/>
                <a:ea typeface="Arial Black"/>
                <a:cs typeface="Arial Black"/>
              </a:defRPr>
            </a:pPr>
            <a:r>
              <a:rPr sz="3900" b="1">
                <a:solidFill>
                  <a:srgbClr val="191919"/>
                </a:solidFill>
                <a:latin typeface="Arial Black"/>
                <a:ea typeface="Arial Black"/>
                <a:cs typeface="Arial Black"/>
              </a:rPr>
              <a:t>Repetition and direction</a:t>
            </a:r>
          </a:p>
        </p:txBody>
      </p:sp>
      <p:sp>
        <p:nvSpPr>
          <p:cNvPr id="2" name="Where does your eye travel?">
            <a:extLst>
              <a:ext uri="{FF2B5EF4-FFF2-40B4-BE49-F238E27FC236}">
                <ns2:creationId id="{9C9283F9-A02B-483F-8DCF-F9AE0F196276}"/>
              </a:ext>
            </a:extLst>
          </p:cNvPr>
          <p:cNvSpPr>
            <a:spLocks noGrp="1"/>
          </p:cNvSpPr>
          <p:nvPr/>
        </p:nvSpPr>
        <p:spPr>
          <a:xfrm>
            <a:off x="628650" y="1323975"/>
            <a:ext cx="10915650" cy="514350"/>
          </a:xfrm>
          <a:prstGeom prst="rect">
            <a:avLst/>
          </a:prstGeom>
          <a:noFill/>
          <a:ln w="0">
            <a:noFill/>
          </a:ln>
        </p:spPr>
        <p:txBody>
          <a:bodyPr wrap="square" lIns="0" tIns="0" rIns="0" bIns="0">
            <a:noAutofit/>
          </a:bodyPr>
          <a:lstStyle/>
          <a:p>
            <a:pPr>
              <a:defRPr sz="2100" b="0">
                <a:solidFill>
                  <a:srgbClr val="191919"/>
                </a:solidFill>
                <a:latin typeface="Arial"/>
                <a:ea typeface="Arial"/>
                <a:cs typeface="Arial"/>
              </a:defRPr>
            </a:pPr>
            <a:r>
              <a:rPr sz="2100" b="0">
                <a:solidFill>
                  <a:srgbClr val="191919"/>
                </a:solidFill>
                <a:latin typeface="Arial"/>
                <a:ea typeface="Arial"/>
                <a:cs typeface="Arial"/>
              </a:rPr>
              <a:t>Where does your eye travel?</a:t>
            </a:r>
          </a:p>
        </p:txBody>
      </p:sp>
      <p:sp>
        <p:nvSpPr>
          <p:cNvPr id="3" name="shape" descr="Panel A: seven equal circles repeated in a horizontal row.">
            <a:extLst>
              <a:ext uri="{FF2B5EF4-FFF2-40B4-BE49-F238E27FC236}">
                <ns2:creationId id="{FEB3C1DA-C425-4482-8C48-C814DC295526}"/>
              </a:ext>
            </a:extLst>
          </p:cNvPr>
          <p:cNvSpPr>
            <a:spLocks noGrp="1"/>
          </p:cNvSpPr>
          <p:nvPr/>
        </p:nvSpPr>
        <p:spPr>
          <a:xfrm>
            <a:off x="609600" y="1952625"/>
            <a:ext cx="5219700" cy="3314700"/>
          </a:xfrm>
          <a:prstGeom prst="rect">
            <a:avLst/>
          </a:prstGeom>
          <a:solidFill>
            <a:srgbClr val="FFFFFF"/>
          </a:solidFill>
          <a:ln w="0">
            <a:noFill/>
          </a:ln>
        </p:spPr>
      </p:sp>
      <p:sp>
        <p:nvSpPr>
          <p:cNvPr id="4" name="shape" descr="Panel B: seven equal circles arranged along a rising diagonal.">
            <a:extLst>
              <a:ext uri="{FF2B5EF4-FFF2-40B4-BE49-F238E27FC236}">
                <ns2:creationId id="{38C986EE-2094-4107-BF57-48643278CDAA}"/>
              </a:ext>
            </a:extLst>
          </p:cNvPr>
          <p:cNvSpPr>
            <a:spLocks noGrp="1"/>
          </p:cNvSpPr>
          <p:nvPr/>
        </p:nvSpPr>
        <p:spPr>
          <a:xfrm>
            <a:off x="6362700" y="1952625"/>
            <a:ext cx="5219700" cy="3314700"/>
          </a:xfrm>
          <a:prstGeom prst="rect">
            <a:avLst/>
          </a:prstGeom>
          <a:solidFill>
            <a:srgbClr val="FFFFFF"/>
          </a:solidFill>
          <a:ln w="0">
            <a:noFill/>
          </a:ln>
        </p:spPr>
      </p:sp>
      <p:sp>
        <p:nvSpPr>
          <p:cNvPr id="5" name="A">
            <a:extLst>
              <a:ext uri="{FF2B5EF4-FFF2-40B4-BE49-F238E27FC236}">
                <ns2:creationId id="{76565989-76D6-47DA-8DA1-F81C515230DC}"/>
              </a:ext>
            </a:extLst>
          </p:cNvPr>
          <p:cNvSpPr>
            <a:spLocks noGrp="1"/>
          </p:cNvSpPr>
          <p:nvPr/>
        </p:nvSpPr>
        <p:spPr>
          <a:xfrm>
            <a:off x="781050" y="2000250"/>
            <a:ext cx="381000" cy="381000"/>
          </a:xfrm>
          <a:prstGeom prst="rect">
            <a:avLst/>
          </a:prstGeom>
          <a:noFill/>
          <a:ln w="0">
            <a:noFill/>
          </a:ln>
        </p:spPr>
        <p:txBody>
          <a:bodyPr wrap="square" lIns="0" tIns="0" rIns="0" bIns="0">
            <a:noAutofit/>
          </a:bodyPr>
          <a:lstStyle/>
          <a:p>
            <a:pPr>
              <a:defRPr sz="1800" b="1">
                <a:solidFill>
                  <a:srgbClr val="1955DB"/>
                </a:solidFill>
                <a:latin typeface="Arial"/>
                <a:ea typeface="Arial"/>
                <a:cs typeface="Arial"/>
              </a:defRPr>
            </a:pPr>
            <a:r>
              <a:rPr sz="1800" b="1">
                <a:solidFill>
                  <a:srgbClr val="1955DB"/>
                </a:solidFill>
                <a:latin typeface="Arial"/>
                <a:ea typeface="Arial"/>
                <a:cs typeface="Arial"/>
              </a:rPr>
              <a:t>A</a:t>
            </a:r>
          </a:p>
        </p:txBody>
      </p:sp>
      <p:sp>
        <p:nvSpPr>
          <p:cNvPr id="6" name="B">
            <a:extLst>
              <a:ext uri="{FF2B5EF4-FFF2-40B4-BE49-F238E27FC236}">
                <ns2:creationId id="{50551385-95F2-4FDA-B3AF-A2E115E93687}"/>
              </a:ext>
            </a:extLst>
          </p:cNvPr>
          <p:cNvSpPr>
            <a:spLocks noGrp="1"/>
          </p:cNvSpPr>
          <p:nvPr/>
        </p:nvSpPr>
        <p:spPr>
          <a:xfrm>
            <a:off x="6534150" y="2000250"/>
            <a:ext cx="381000" cy="381000"/>
          </a:xfrm>
          <a:prstGeom prst="rect">
            <a:avLst/>
          </a:prstGeom>
          <a:noFill/>
          <a:ln w="0">
            <a:noFill/>
          </a:ln>
        </p:spPr>
        <p:txBody>
          <a:bodyPr wrap="square" lIns="0" tIns="0" rIns="0" bIns="0">
            <a:noAutofit/>
          </a:bodyPr>
          <a:lstStyle/>
          <a:p>
            <a:pPr>
              <a:defRPr sz="1800" b="1">
                <a:solidFill>
                  <a:srgbClr val="1955DB"/>
                </a:solidFill>
                <a:latin typeface="Arial"/>
                <a:ea typeface="Arial"/>
                <a:cs typeface="Arial"/>
              </a:defRPr>
            </a:pPr>
            <a:r>
              <a:rPr sz="1800" b="1">
                <a:solidFill>
                  <a:srgbClr val="1955DB"/>
                </a:solidFill>
                <a:latin typeface="Arial"/>
                <a:ea typeface="Arial"/>
                <a:cs typeface="Arial"/>
              </a:rPr>
              <a:t>B</a:t>
            </a:r>
          </a:p>
        </p:txBody>
      </p:sp>
      <p:sp>
        <p:nvSpPr>
          <p:cNvPr id="7" name="circle">
            <a:extLst>
              <a:ext uri="{FF2B5EF4-FFF2-40B4-BE49-F238E27FC236}">
                <ns2:creationId id="{67BE01FE-043F-42B3-8D7E-BCB8468985D0}"/>
              </a:ext>
            </a:extLst>
          </p:cNvPr>
          <p:cNvSpPr>
            <a:spLocks noGrp="1"/>
          </p:cNvSpPr>
          <p:nvPr/>
        </p:nvSpPr>
        <p:spPr>
          <a:xfrm>
            <a:off x="1019175" y="3486150"/>
            <a:ext cx="228600" cy="228600"/>
          </a:xfrm>
          <a:prstGeom prst="ellipse">
            <a:avLst/>
          </a:prstGeom>
          <a:solidFill>
            <a:srgbClr val="191919"/>
          </a:solidFill>
          <a:ln w="0">
            <a:noFill/>
          </a:ln>
        </p:spPr>
      </p:sp>
      <p:sp>
        <p:nvSpPr>
          <p:cNvPr id="8" name="circle">
            <a:extLst>
              <a:ext uri="{FF2B5EF4-FFF2-40B4-BE49-F238E27FC236}">
                <ns2:creationId id="{E5061314-3931-4FEB-9442-8C2F0298D037}"/>
              </a:ext>
            </a:extLst>
          </p:cNvPr>
          <p:cNvSpPr>
            <a:spLocks noGrp="1"/>
          </p:cNvSpPr>
          <p:nvPr/>
        </p:nvSpPr>
        <p:spPr>
          <a:xfrm>
            <a:off x="1666875" y="3486150"/>
            <a:ext cx="228600" cy="228600"/>
          </a:xfrm>
          <a:prstGeom prst="ellipse">
            <a:avLst/>
          </a:prstGeom>
          <a:solidFill>
            <a:srgbClr val="191919"/>
          </a:solidFill>
          <a:ln w="0">
            <a:noFill/>
          </a:ln>
        </p:spPr>
      </p:sp>
      <p:sp>
        <p:nvSpPr>
          <p:cNvPr id="9" name="circle">
            <a:extLst>
              <a:ext uri="{FF2B5EF4-FFF2-40B4-BE49-F238E27FC236}">
                <ns2:creationId id="{438FAD16-FF44-487C-B1D3-877702B6308D}"/>
              </a:ext>
            </a:extLst>
          </p:cNvPr>
          <p:cNvSpPr>
            <a:spLocks noGrp="1"/>
          </p:cNvSpPr>
          <p:nvPr/>
        </p:nvSpPr>
        <p:spPr>
          <a:xfrm>
            <a:off x="2314575" y="3486150"/>
            <a:ext cx="228600" cy="228600"/>
          </a:xfrm>
          <a:prstGeom prst="ellipse">
            <a:avLst/>
          </a:prstGeom>
          <a:solidFill>
            <a:srgbClr val="191919"/>
          </a:solidFill>
          <a:ln w="0">
            <a:noFill/>
          </a:ln>
        </p:spPr>
      </p:sp>
      <p:sp>
        <p:nvSpPr>
          <p:cNvPr id="10" name="circle">
            <a:extLst>
              <a:ext uri="{FF2B5EF4-FFF2-40B4-BE49-F238E27FC236}">
                <ns2:creationId id="{3713A796-C536-4C17-866F-C7C2362B2EFB}"/>
              </a:ext>
            </a:extLst>
          </p:cNvPr>
          <p:cNvSpPr>
            <a:spLocks noGrp="1"/>
          </p:cNvSpPr>
          <p:nvPr/>
        </p:nvSpPr>
        <p:spPr>
          <a:xfrm>
            <a:off x="2962275" y="3486150"/>
            <a:ext cx="228600" cy="228600"/>
          </a:xfrm>
          <a:prstGeom prst="ellipse">
            <a:avLst/>
          </a:prstGeom>
          <a:solidFill>
            <a:srgbClr val="191919"/>
          </a:solidFill>
          <a:ln w="0">
            <a:noFill/>
          </a:ln>
        </p:spPr>
      </p:sp>
      <p:sp>
        <p:nvSpPr>
          <p:cNvPr id="11" name="circle">
            <a:extLst>
              <a:ext uri="{FF2B5EF4-FFF2-40B4-BE49-F238E27FC236}">
                <ns2:creationId id="{909829DE-BF5D-4EAD-A845-A78DA0B48CCB}"/>
              </a:ext>
            </a:extLst>
          </p:cNvPr>
          <p:cNvSpPr>
            <a:spLocks noGrp="1"/>
          </p:cNvSpPr>
          <p:nvPr/>
        </p:nvSpPr>
        <p:spPr>
          <a:xfrm>
            <a:off x="3609975" y="3486150"/>
            <a:ext cx="228600" cy="228600"/>
          </a:xfrm>
          <a:prstGeom prst="ellipse">
            <a:avLst/>
          </a:prstGeom>
          <a:solidFill>
            <a:srgbClr val="191919"/>
          </a:solidFill>
          <a:ln w="0">
            <a:noFill/>
          </a:ln>
        </p:spPr>
      </p:sp>
      <p:sp>
        <p:nvSpPr>
          <p:cNvPr id="12" name="circle">
            <a:extLst>
              <a:ext uri="{FF2B5EF4-FFF2-40B4-BE49-F238E27FC236}">
                <ns2:creationId id="{128CC8EC-716B-48B7-9957-1939B2DB3B2A}"/>
              </a:ext>
            </a:extLst>
          </p:cNvPr>
          <p:cNvSpPr>
            <a:spLocks noGrp="1"/>
          </p:cNvSpPr>
          <p:nvPr/>
        </p:nvSpPr>
        <p:spPr>
          <a:xfrm>
            <a:off x="4257675" y="3486150"/>
            <a:ext cx="228600" cy="228600"/>
          </a:xfrm>
          <a:prstGeom prst="ellipse">
            <a:avLst/>
          </a:prstGeom>
          <a:solidFill>
            <a:srgbClr val="191919"/>
          </a:solidFill>
          <a:ln w="0">
            <a:noFill/>
          </a:ln>
        </p:spPr>
      </p:sp>
      <p:sp>
        <p:nvSpPr>
          <p:cNvPr id="13" name="circle">
            <a:extLst>
              <a:ext uri="{FF2B5EF4-FFF2-40B4-BE49-F238E27FC236}">
                <ns2:creationId id="{41237085-1227-4954-BE07-F573DC922C86}"/>
              </a:ext>
            </a:extLst>
          </p:cNvPr>
          <p:cNvSpPr>
            <a:spLocks noGrp="1"/>
          </p:cNvSpPr>
          <p:nvPr/>
        </p:nvSpPr>
        <p:spPr>
          <a:xfrm>
            <a:off x="4905375" y="3486150"/>
            <a:ext cx="228600" cy="228600"/>
          </a:xfrm>
          <a:prstGeom prst="ellipse">
            <a:avLst/>
          </a:prstGeom>
          <a:solidFill>
            <a:srgbClr val="191919"/>
          </a:solidFill>
          <a:ln w="0">
            <a:noFill/>
          </a:ln>
        </p:spPr>
      </p:sp>
      <p:sp>
        <p:nvSpPr>
          <p:cNvPr id="14" name="circle">
            <a:extLst>
              <a:ext uri="{FF2B5EF4-FFF2-40B4-BE49-F238E27FC236}">
                <ns2:creationId id="{6A378AE0-2C90-4D9C-8754-AE5F9810EA5D}"/>
              </a:ext>
            </a:extLst>
          </p:cNvPr>
          <p:cNvSpPr>
            <a:spLocks noGrp="1"/>
          </p:cNvSpPr>
          <p:nvPr/>
        </p:nvSpPr>
        <p:spPr>
          <a:xfrm>
            <a:off x="6791325" y="4371975"/>
            <a:ext cx="228600" cy="228600"/>
          </a:xfrm>
          <a:prstGeom prst="ellipse">
            <a:avLst/>
          </a:prstGeom>
          <a:solidFill>
            <a:srgbClr val="191919"/>
          </a:solidFill>
          <a:ln w="0">
            <a:noFill/>
          </a:ln>
        </p:spPr>
      </p:sp>
      <p:sp>
        <p:nvSpPr>
          <p:cNvPr id="15" name="circle">
            <a:extLst>
              <a:ext uri="{FF2B5EF4-FFF2-40B4-BE49-F238E27FC236}">
                <ns2:creationId id="{BE4F8D0D-9AC6-4F4F-A4A9-7FC59B52198F}"/>
              </a:ext>
            </a:extLst>
          </p:cNvPr>
          <p:cNvSpPr>
            <a:spLocks noGrp="1"/>
          </p:cNvSpPr>
          <p:nvPr/>
        </p:nvSpPr>
        <p:spPr>
          <a:xfrm>
            <a:off x="7439025" y="4095750"/>
            <a:ext cx="228600" cy="228600"/>
          </a:xfrm>
          <a:prstGeom prst="ellipse">
            <a:avLst/>
          </a:prstGeom>
          <a:solidFill>
            <a:srgbClr val="191919"/>
          </a:solidFill>
          <a:ln w="0">
            <a:noFill/>
          </a:ln>
        </p:spPr>
      </p:sp>
      <p:sp>
        <p:nvSpPr>
          <p:cNvPr id="16" name="circle">
            <a:extLst>
              <a:ext uri="{FF2B5EF4-FFF2-40B4-BE49-F238E27FC236}">
                <ns2:creationId id="{968F7C44-B86D-429E-BE60-8CDF47E9A083}"/>
              </a:ext>
            </a:extLst>
          </p:cNvPr>
          <p:cNvSpPr>
            <a:spLocks noGrp="1"/>
          </p:cNvSpPr>
          <p:nvPr/>
        </p:nvSpPr>
        <p:spPr>
          <a:xfrm>
            <a:off x="8086725" y="3819525"/>
            <a:ext cx="228600" cy="228600"/>
          </a:xfrm>
          <a:prstGeom prst="ellipse">
            <a:avLst/>
          </a:prstGeom>
          <a:solidFill>
            <a:srgbClr val="191919"/>
          </a:solidFill>
          <a:ln w="0">
            <a:noFill/>
          </a:ln>
        </p:spPr>
      </p:sp>
      <p:sp>
        <p:nvSpPr>
          <p:cNvPr id="17" name="circle">
            <a:extLst>
              <a:ext uri="{FF2B5EF4-FFF2-40B4-BE49-F238E27FC236}">
                <ns2:creationId id="{054BDA4D-7CC9-441B-840D-6E16C76EC7F9}"/>
              </a:ext>
            </a:extLst>
          </p:cNvPr>
          <p:cNvSpPr>
            <a:spLocks noGrp="1"/>
          </p:cNvSpPr>
          <p:nvPr/>
        </p:nvSpPr>
        <p:spPr>
          <a:xfrm>
            <a:off x="8734425" y="3543300"/>
            <a:ext cx="228600" cy="228600"/>
          </a:xfrm>
          <a:prstGeom prst="ellipse">
            <a:avLst/>
          </a:prstGeom>
          <a:solidFill>
            <a:srgbClr val="191919"/>
          </a:solidFill>
          <a:ln w="0">
            <a:noFill/>
          </a:ln>
        </p:spPr>
      </p:sp>
      <p:sp>
        <p:nvSpPr>
          <p:cNvPr id="18" name="circle">
            <a:extLst>
              <a:ext uri="{FF2B5EF4-FFF2-40B4-BE49-F238E27FC236}">
                <ns2:creationId id="{FAD930DC-43B4-45F1-8046-FF7237864F3B}"/>
              </a:ext>
            </a:extLst>
          </p:cNvPr>
          <p:cNvSpPr>
            <a:spLocks noGrp="1"/>
          </p:cNvSpPr>
          <p:nvPr/>
        </p:nvSpPr>
        <p:spPr>
          <a:xfrm>
            <a:off x="9382125" y="3267075"/>
            <a:ext cx="228600" cy="228600"/>
          </a:xfrm>
          <a:prstGeom prst="ellipse">
            <a:avLst/>
          </a:prstGeom>
          <a:solidFill>
            <a:srgbClr val="191919"/>
          </a:solidFill>
          <a:ln w="0">
            <a:noFill/>
          </a:ln>
        </p:spPr>
      </p:sp>
      <p:sp>
        <p:nvSpPr>
          <p:cNvPr id="19" name="circle">
            <a:extLst>
              <a:ext uri="{FF2B5EF4-FFF2-40B4-BE49-F238E27FC236}">
                <ns2:creationId id="{00FA63A7-2118-4B5D-80A5-CEB173F8D8DC}"/>
              </a:ext>
            </a:extLst>
          </p:cNvPr>
          <p:cNvSpPr>
            <a:spLocks noGrp="1"/>
          </p:cNvSpPr>
          <p:nvPr/>
        </p:nvSpPr>
        <p:spPr>
          <a:xfrm>
            <a:off x="10029825" y="2990850"/>
            <a:ext cx="228600" cy="228600"/>
          </a:xfrm>
          <a:prstGeom prst="ellipse">
            <a:avLst/>
          </a:prstGeom>
          <a:solidFill>
            <a:srgbClr val="191919"/>
          </a:solidFill>
          <a:ln w="0">
            <a:noFill/>
          </a:ln>
        </p:spPr>
      </p:sp>
      <p:sp>
        <p:nvSpPr>
          <p:cNvPr id="20" name="circle">
            <a:extLst>
              <a:ext uri="{FF2B5EF4-FFF2-40B4-BE49-F238E27FC236}">
                <ns2:creationId id="{B698EB85-7039-4BBF-B324-F31FE435CA1F}"/>
              </a:ext>
            </a:extLst>
          </p:cNvPr>
          <p:cNvSpPr>
            <a:spLocks noGrp="1"/>
          </p:cNvSpPr>
          <p:nvPr/>
        </p:nvSpPr>
        <p:spPr>
          <a:xfrm>
            <a:off x="10677525" y="2714625"/>
            <a:ext cx="228600" cy="228600"/>
          </a:xfrm>
          <a:prstGeom prst="ellipse">
            <a:avLst/>
          </a:prstGeom>
          <a:solidFill>
            <a:srgbClr val="191919"/>
          </a:solidFill>
          <a:ln w="0">
            <a:noFill/>
          </a:ln>
        </p:spPr>
      </p:sp>
      <p:sp>
        <p:nvSpPr>
          <p:cNvPr id="21" name="Across a steady row">
            <a:extLst>
              <a:ext uri="{FF2B5EF4-FFF2-40B4-BE49-F238E27FC236}">
                <ns2:creationId id="{88517D85-9906-41A8-9C45-1F7F261914D4}"/>
              </a:ext>
            </a:extLst>
          </p:cNvPr>
          <p:cNvSpPr>
            <a:spLocks noGrp="1"/>
          </p:cNvSpPr>
          <p:nvPr/>
        </p:nvSpPr>
        <p:spPr>
          <a:xfrm>
            <a:off x="781050" y="5438775"/>
            <a:ext cx="4953000" cy="457200"/>
          </a:xfrm>
          <a:prstGeom prst="rect">
            <a:avLst/>
          </a:prstGeom>
          <a:noFill/>
          <a:ln w="0">
            <a:noFill/>
          </a:ln>
        </p:spPr>
        <p:txBody>
          <a:bodyPr wrap="square" lIns="0" tIns="0" rIns="0" bIns="0">
            <a:noAutofit/>
          </a:bodyPr>
          <a:lstStyle/>
          <a:p>
            <a:pPr>
              <a:defRPr sz="2550" b="1">
                <a:solidFill>
                  <a:srgbClr val="1955DB"/>
                </a:solidFill>
                <a:latin typeface="Arial Black"/>
                <a:ea typeface="Arial Black"/>
                <a:cs typeface="Arial Black"/>
              </a:defRPr>
            </a:pPr>
            <a:r>
              <a:rPr sz="2550" b="1">
                <a:solidFill>
                  <a:srgbClr val="1955DB"/>
                </a:solidFill>
                <a:latin typeface="Arial Black"/>
                <a:ea typeface="Arial Black"/>
                <a:cs typeface="Arial Black"/>
              </a:rPr>
              <a:t>Across a steady row</a:t>
            </a:r>
          </a:p>
        </p:txBody>
      </p:sp>
      <p:sp>
        <p:nvSpPr>
          <p:cNvPr id="22" name="Along a rising path">
            <a:extLst>
              <a:ext uri="{FF2B5EF4-FFF2-40B4-BE49-F238E27FC236}">
                <ns2:creationId id="{0CCA606D-E61E-4EB1-BC41-1342B412439D}"/>
              </a:ext>
            </a:extLst>
          </p:cNvPr>
          <p:cNvSpPr>
            <a:spLocks noGrp="1"/>
          </p:cNvSpPr>
          <p:nvPr/>
        </p:nvSpPr>
        <p:spPr>
          <a:xfrm>
            <a:off x="6534150" y="5438775"/>
            <a:ext cx="4953000" cy="457200"/>
          </a:xfrm>
          <a:prstGeom prst="rect">
            <a:avLst/>
          </a:prstGeom>
          <a:noFill/>
          <a:ln w="0">
            <a:noFill/>
          </a:ln>
        </p:spPr>
        <p:txBody>
          <a:bodyPr wrap="square" lIns="0" tIns="0" rIns="0" bIns="0">
            <a:noAutofit/>
          </a:bodyPr>
          <a:lstStyle/>
          <a:p>
            <a:pPr>
              <a:defRPr sz="2550" b="1">
                <a:solidFill>
                  <a:srgbClr val="1955DB"/>
                </a:solidFill>
                <a:latin typeface="Arial Black"/>
                <a:ea typeface="Arial Black"/>
                <a:cs typeface="Arial Black"/>
              </a:defRPr>
            </a:pPr>
            <a:r>
              <a:rPr sz="2550" b="1">
                <a:solidFill>
                  <a:srgbClr val="1955DB"/>
                </a:solidFill>
                <a:latin typeface="Arial Black"/>
                <a:ea typeface="Arial Black"/>
                <a:cs typeface="Arial Black"/>
              </a:rPr>
              <a:t>Along a rising path</a:t>
            </a:r>
          </a:p>
        </p:txBody>
      </p:sp>
      <p:sp>
        <p:nvSpPr>
          <p:cNvPr id="23" name="The circle repeats in both designs. Its placement changes the direction your eye follows.">
            <a:extLst>
              <a:ext uri="{FF2B5EF4-FFF2-40B4-BE49-F238E27FC236}">
                <ns2:creationId id="{ED1F9068-07BA-460A-B154-1DD388FABC0E}"/>
              </a:ext>
            </a:extLst>
          </p:cNvPr>
          <p:cNvSpPr>
            <a:spLocks noGrp="1"/>
          </p:cNvSpPr>
          <p:nvPr/>
        </p:nvSpPr>
        <p:spPr>
          <a:xfrm>
            <a:off x="647700" y="6191250"/>
            <a:ext cx="10858500" cy="409575"/>
          </a:xfrm>
          <a:prstGeom prst="rect">
            <a:avLst/>
          </a:prstGeom>
          <a:noFill/>
          <a:ln w="0">
            <a:noFill/>
          </a:ln>
        </p:spPr>
        <p:txBody>
          <a:bodyPr wrap="square" lIns="0" tIns="0" rIns="0" bIns="0">
            <a:noAutofit/>
          </a:bodyPr>
          <a:lstStyle/>
          <a:p>
            <a:pPr>
              <a:defRPr sz="1725" b="0">
                <a:solidFill>
                  <a:srgbClr val="191919"/>
                </a:solidFill>
                <a:latin typeface="Arial"/>
                <a:ea typeface="Arial"/>
                <a:cs typeface="Arial"/>
              </a:defRPr>
            </a:pPr>
            <a:r>
              <a:rPr sz="1725" b="0">
                <a:solidFill>
                  <a:srgbClr val="191919"/>
                </a:solidFill>
                <a:latin typeface="Arial"/>
                <a:ea typeface="Arial"/>
                <a:cs typeface="Arial"/>
              </a:rPr>
              <a:t>The circle repeats in both designs. Its placement changes the direction your eye follows.</a:t>
            </a:r>
          </a:p>
        </p:txBody>
      </p:sp>
      <p:sp>
        <p:nvSpPr>
          <p:cNvPr id="24" name="reveal_cover_A">
            <a:extLst>
              <a:ext uri="{FF2B5EF4-FFF2-40B4-BE49-F238E27FC236}">
                <ns2:creationId id="{FF79A5D5-988F-44A1-8F14-2B7F4F3F409A}"/>
              </a:ext>
            </a:extLst>
          </p:cNvPr>
          <p:cNvSpPr>
            <a:spLocks noGrp="1"/>
          </p:cNvSpPr>
          <p:nvPr/>
        </p:nvSpPr>
        <p:spPr>
          <a:xfrm>
            <a:off x="590550" y="5419725"/>
            <a:ext cx="5286375" cy="647700"/>
          </a:xfrm>
          <a:prstGeom prst="rect">
            <a:avLst/>
          </a:prstGeom>
          <a:solidFill>
            <a:srgbClr val="FAF7EF"/>
          </a:solidFill>
          <a:ln w="0">
            <a:noFill/>
          </a:ln>
        </p:spPr>
      </p:sp>
      <p:sp>
        <p:nvSpPr>
          <p:cNvPr id="25" name="reveal_cover_B">
            <a:extLst>
              <a:ext uri="{FF2B5EF4-FFF2-40B4-BE49-F238E27FC236}">
                <ns2:creationId id="{631A88CF-FFA5-4E6B-BEC1-A656AE68F306}"/>
              </a:ext>
            </a:extLst>
          </p:cNvPr>
          <p:cNvSpPr>
            <a:spLocks noGrp="1"/>
          </p:cNvSpPr>
          <p:nvPr/>
        </p:nvSpPr>
        <p:spPr>
          <a:xfrm>
            <a:off x="6343650" y="5419725"/>
            <a:ext cx="5286375" cy="647700"/>
          </a:xfrm>
          <a:prstGeom prst="rect">
            <a:avLst/>
          </a:prstGeom>
          <a:solidFill>
            <a:srgbClr val="FAF7EF"/>
          </a:solidFill>
          <a:ln w="0">
            <a:noFill/>
          </a:ln>
        </p:spPr>
      </p:sp>
      <p:sp>
        <p:nvSpPr>
          <p:cNvPr id="26" name="reveal_cover_reason">
            <a:extLst>
              <a:ext uri="{FF2B5EF4-FFF2-40B4-BE49-F238E27FC236}">
                <ns2:creationId id="{02F28821-3BAE-4BF3-897D-B4BDDCB5BBFA}"/>
              </a:ext>
            </a:extLst>
          </p:cNvPr>
          <p:cNvSpPr>
            <a:spLocks noGrp="1"/>
          </p:cNvSpPr>
          <p:nvPr/>
        </p:nvSpPr>
        <p:spPr>
          <a:xfrm>
            <a:off x="609600" y="6105525"/>
            <a:ext cx="10991850" cy="590550"/>
          </a:xfrm>
          <a:prstGeom prst="rect">
            <a:avLst/>
          </a:prstGeom>
          <a:solidFill>
            <a:srgbClr val="FAF7EF"/>
          </a:solidFill>
          <a:ln w="0">
            <a:noFill/>
          </a:ln>
        </p:spPr>
      </p:sp>
    </p:spTree>
    <p:extLst>
      <p:ext uri="{BB962C8B-B14F-4D97-AF65-F5344CB8AC3E}">
        <ns3:creationId val="2065366123"/>
      </p:ext>
    </p:extLst>
  </p:cSld>
  <p:timing>
    <p:tnLst>
      <p:par>
        <p:cTn dur="indefinite" nodeType="tmRoot" restart="never" id="1">
          <p:childTnLst>
            <p:seq concurrent="1" nextAc="seek">
              <p:cTn dur="indefinite" id="2" nodeType="mainSeq">
                <p:childTnLst>
                  <p:par>
                    <p:cTn fill="hold" id="3">
                      <p:stCondLst>
                        <p:cond delay="indefinite"/>
                      </p:stCondLst>
                      <p:childTnLst>
                        <p:par>
                          <p:cTn fill="hold" id="4">
                            <p:stCondLst>
                              <p:cond delay="0"/>
                            </p:stCondLst>
                            <p:childTnLst>
                              <p:par>
                                <p:cTn fill="hold" nodeType="clickEffect" presetClass="exit" presetID="1" presetSubtype="0" id="5">
                                  <p:stCondLst>
                                    <p:cond delay="0"/>
                                  </p:stCondLst>
                                  <p:childTnLst>
                                    <p:set>
                                      <p:cBhvr>
                                        <p:cTn dur="1" fill="hold" id="6">
                                          <p:stCondLst>
                                            <p:cond delay="0"/>
                                          </p:stCondLst>
                                        </p:cTn>
                                        <p:tgtEl>
                                          <p:spTgt spid="24"/>
                                        </p:tgtEl>
                                        <p:attrNameLst>
                                          <p:attrName>style.visibility</p:attrName>
                                        </p:attrNameLst>
                                      </p:cBhvr>
                                      <p:to>
                                        <p:strVal val="hidden"/>
                                      </p:to>
                                    </p:set>
                                  </p:childTnLst>
                                </p:cTn>
                              </p:par>
                              <p:par>
                                <p:cTn fill="hold" nodeType="withEffect" presetClass="exit" presetID="1" presetSubtype="0" id="7">
                                  <p:stCondLst>
                                    <p:cond delay="0"/>
                                  </p:stCondLst>
                                  <p:childTnLst>
                                    <p:set>
                                      <p:cBhvr>
                                        <p:cTn dur="1" fill="hold" id="8">
                                          <p:stCondLst>
                                            <p:cond delay="0"/>
                                          </p:stCondLst>
                                        </p:cTn>
                                        <p:tgtEl>
                                          <p:spTgt spid="25"/>
                                        </p:tgtEl>
                                        <p:attrNameLst>
                                          <p:attrName>style.visibility</p:attrName>
                                        </p:attrNameLst>
                                      </p:cBhvr>
                                      <p:to>
                                        <p:strVal val="hidden"/>
                                      </p:to>
                                    </p:set>
                                  </p:childTnLst>
                                </p:cTn>
                              </p:par>
                              <p:par>
                                <p:cTn fill="hold" nodeType="withEffect" presetClass="exit" presetID="1" presetSubtype="0" id="9">
                                  <p:stCondLst>
                                    <p:cond delay="0"/>
                                  </p:stCondLst>
                                  <p:childTnLst>
                                    <p:set>
                                      <p:cBhvr>
                                        <p:cTn dur="1" fill="hold" id="10">
                                          <p:stCondLst>
                                            <p:cond delay="0"/>
                                          </p:stCondLst>
                                        </p:cTn>
                                        <p:tgtEl>
                                          <p:spTgt spid="2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AF7EF"/>
        </a:solidFill>
      </p:bgPr>
    </p:bg>
    <p:spTree>
      <p:nvGrpSpPr>
        <p:cNvPr id="1" name=""/>
        <p:cNvGrpSpPr/>
        <p:nvPr/>
      </p:nvGrpSpPr>
      <p:grpSpPr>
        <a:xfrm/>
      </p:grpSpPr>
      <p:sp>
        <p:nvSpPr>
          <p:cNvPr id="19" name="Layering creates depth">
            <a:extLst>
              <a:ext uri="{FF2B5EF4-FFF2-40B4-BE49-F238E27FC236}">
                <ns2:creationId id="{2804127C-48AA-4E23-99B9-DDB7FBA3494E}"/>
              </a:ext>
            </a:extLst>
          </p:cNvPr>
          <p:cNvSpPr>
            <a:spLocks noGrp="1"/>
          </p:cNvSpPr>
          <p:nvPr/>
        </p:nvSpPr>
        <p:spPr>
          <a:xfrm>
            <a:off x="609600" y="381000"/>
            <a:ext cx="10953750" cy="952500"/>
          </a:xfrm>
          <a:prstGeom prst="rect">
            <a:avLst/>
          </a:prstGeom>
          <a:noFill/>
          <a:ln w="0">
            <a:noFill/>
          </a:ln>
        </p:spPr>
        <p:txBody>
          <a:bodyPr wrap="square" lIns="0" tIns="0" rIns="0" bIns="0">
            <a:noAutofit/>
          </a:bodyPr>
          <a:lstStyle/>
          <a:p>
            <a:pPr>
              <a:defRPr sz="3900" b="1">
                <a:solidFill>
                  <a:srgbClr val="191919"/>
                </a:solidFill>
                <a:latin typeface="Arial Black"/>
                <a:ea typeface="Arial Black"/>
                <a:cs typeface="Arial Black"/>
              </a:defRPr>
            </a:pPr>
            <a:r>
              <a:rPr sz="3900" b="1">
                <a:solidFill>
                  <a:srgbClr val="191919"/>
                </a:solidFill>
                <a:latin typeface="Arial Black"/>
                <a:ea typeface="Arial Black"/>
                <a:cs typeface="Arial Black"/>
              </a:rPr>
              <a:t>Layering creates depth</a:t>
            </a:r>
          </a:p>
        </p:txBody>
      </p:sp>
      <p:sp>
        <p:nvSpPr>
          <p:cNvPr id="2" name="Which composition has a clear front and back?">
            <a:extLst>
              <a:ext uri="{FF2B5EF4-FFF2-40B4-BE49-F238E27FC236}">
                <ns2:creationId id="{D6E92E1B-6101-4061-90CA-28C8EB138157}"/>
              </a:ext>
            </a:extLst>
          </p:cNvPr>
          <p:cNvSpPr>
            <a:spLocks noGrp="1"/>
          </p:cNvSpPr>
          <p:nvPr/>
        </p:nvSpPr>
        <p:spPr>
          <a:xfrm>
            <a:off x="628650" y="1323975"/>
            <a:ext cx="10915650" cy="514350"/>
          </a:xfrm>
          <a:prstGeom prst="rect">
            <a:avLst/>
          </a:prstGeom>
          <a:noFill/>
          <a:ln w="0">
            <a:noFill/>
          </a:ln>
        </p:spPr>
        <p:txBody>
          <a:bodyPr wrap="square" lIns="0" tIns="0" rIns="0" bIns="0">
            <a:noAutofit/>
          </a:bodyPr>
          <a:lstStyle/>
          <a:p>
            <a:pPr>
              <a:defRPr sz="2100" b="0">
                <a:solidFill>
                  <a:srgbClr val="191919"/>
                </a:solidFill>
                <a:latin typeface="Arial"/>
                <a:ea typeface="Arial"/>
                <a:cs typeface="Arial"/>
              </a:defRPr>
            </a:pPr>
            <a:r>
              <a:rPr sz="2100" b="0">
                <a:solidFill>
                  <a:srgbClr val="191919"/>
                </a:solidFill>
                <a:latin typeface="Arial"/>
                <a:ea typeface="Arial"/>
                <a:cs typeface="Arial"/>
              </a:rPr>
              <a:t>Which composition has a clear front and back?</a:t>
            </a:r>
          </a:p>
        </p:txBody>
      </p:sp>
      <p:sp>
        <p:nvSpPr>
          <p:cNvPr id="3" name="shape" descr="Panel A: blue, pink and yellow circles placed separately.">
            <a:extLst>
              <a:ext uri="{FF2B5EF4-FFF2-40B4-BE49-F238E27FC236}">
                <ns2:creationId id="{15A6B44F-8F31-4FC9-9318-387A382BE4E6}"/>
              </a:ext>
            </a:extLst>
          </p:cNvPr>
          <p:cNvSpPr>
            <a:spLocks noGrp="1"/>
          </p:cNvSpPr>
          <p:nvPr/>
        </p:nvSpPr>
        <p:spPr>
          <a:xfrm>
            <a:off x="609600" y="1952625"/>
            <a:ext cx="5219700" cy="3314700"/>
          </a:xfrm>
          <a:prstGeom prst="rect">
            <a:avLst/>
          </a:prstGeom>
          <a:solidFill>
            <a:srgbClr val="FFFFFF"/>
          </a:solidFill>
          <a:ln w="0">
            <a:noFill/>
          </a:ln>
        </p:spPr>
      </p:sp>
      <p:sp>
        <p:nvSpPr>
          <p:cNvPr id="4" name="shape" descr="Panel B: overlapping blue, pink and yellow circles, with the yellow circle covering part of the pink.">
            <a:extLst>
              <a:ext uri="{FF2B5EF4-FFF2-40B4-BE49-F238E27FC236}">
                <ns2:creationId id="{5FB94F5A-1FA2-4D9E-B03F-FA6DE8483D4A}"/>
              </a:ext>
            </a:extLst>
          </p:cNvPr>
          <p:cNvSpPr>
            <a:spLocks noGrp="1"/>
          </p:cNvSpPr>
          <p:nvPr/>
        </p:nvSpPr>
        <p:spPr>
          <a:xfrm>
            <a:off x="6362700" y="1952625"/>
            <a:ext cx="5219700" cy="3314700"/>
          </a:xfrm>
          <a:prstGeom prst="rect">
            <a:avLst/>
          </a:prstGeom>
          <a:solidFill>
            <a:srgbClr val="FFFFFF"/>
          </a:solidFill>
          <a:ln w="0">
            <a:noFill/>
          </a:ln>
        </p:spPr>
      </p:sp>
      <p:sp>
        <p:nvSpPr>
          <p:cNvPr id="5" name="A">
            <a:extLst>
              <a:ext uri="{FF2B5EF4-FFF2-40B4-BE49-F238E27FC236}">
                <ns2:creationId id="{6DE2BAB3-DBBD-4EEE-9894-B3124CDB049A}"/>
              </a:ext>
            </a:extLst>
          </p:cNvPr>
          <p:cNvSpPr>
            <a:spLocks noGrp="1"/>
          </p:cNvSpPr>
          <p:nvPr/>
        </p:nvSpPr>
        <p:spPr>
          <a:xfrm>
            <a:off x="781050" y="2000250"/>
            <a:ext cx="381000" cy="381000"/>
          </a:xfrm>
          <a:prstGeom prst="rect">
            <a:avLst/>
          </a:prstGeom>
          <a:noFill/>
          <a:ln w="0">
            <a:noFill/>
          </a:ln>
        </p:spPr>
        <p:txBody>
          <a:bodyPr wrap="square" lIns="0" tIns="0" rIns="0" bIns="0">
            <a:noAutofit/>
          </a:bodyPr>
          <a:lstStyle/>
          <a:p>
            <a:pPr>
              <a:defRPr sz="1800" b="1">
                <a:solidFill>
                  <a:srgbClr val="1955DB"/>
                </a:solidFill>
                <a:latin typeface="Arial"/>
                <a:ea typeface="Arial"/>
                <a:cs typeface="Arial"/>
              </a:defRPr>
            </a:pPr>
            <a:r>
              <a:rPr sz="1800" b="1">
                <a:solidFill>
                  <a:srgbClr val="1955DB"/>
                </a:solidFill>
                <a:latin typeface="Arial"/>
                <a:ea typeface="Arial"/>
                <a:cs typeface="Arial"/>
              </a:rPr>
              <a:t>A</a:t>
            </a:r>
          </a:p>
        </p:txBody>
      </p:sp>
      <p:sp>
        <p:nvSpPr>
          <p:cNvPr id="6" name="B">
            <a:extLst>
              <a:ext uri="{FF2B5EF4-FFF2-40B4-BE49-F238E27FC236}">
                <ns2:creationId id="{2938F491-4AD6-41A2-89FE-B429E32A8528}"/>
              </a:ext>
            </a:extLst>
          </p:cNvPr>
          <p:cNvSpPr>
            <a:spLocks noGrp="1"/>
          </p:cNvSpPr>
          <p:nvPr/>
        </p:nvSpPr>
        <p:spPr>
          <a:xfrm>
            <a:off x="6534150" y="2000250"/>
            <a:ext cx="381000" cy="381000"/>
          </a:xfrm>
          <a:prstGeom prst="rect">
            <a:avLst/>
          </a:prstGeom>
          <a:noFill/>
          <a:ln w="0">
            <a:noFill/>
          </a:ln>
        </p:spPr>
        <p:txBody>
          <a:bodyPr wrap="square" lIns="0" tIns="0" rIns="0" bIns="0">
            <a:noAutofit/>
          </a:bodyPr>
          <a:lstStyle/>
          <a:p>
            <a:pPr>
              <a:defRPr sz="1800" b="1">
                <a:solidFill>
                  <a:srgbClr val="1955DB"/>
                </a:solidFill>
                <a:latin typeface="Arial"/>
                <a:ea typeface="Arial"/>
                <a:cs typeface="Arial"/>
              </a:defRPr>
            </a:pPr>
            <a:r>
              <a:rPr sz="1800" b="1">
                <a:solidFill>
                  <a:srgbClr val="1955DB"/>
                </a:solidFill>
                <a:latin typeface="Arial"/>
                <a:ea typeface="Arial"/>
                <a:cs typeface="Arial"/>
              </a:rPr>
              <a:t>B</a:t>
            </a:r>
          </a:p>
        </p:txBody>
      </p:sp>
      <p:sp>
        <p:nvSpPr>
          <p:cNvPr id="7" name="circle">
            <a:extLst>
              <a:ext uri="{FF2B5EF4-FFF2-40B4-BE49-F238E27FC236}">
                <ns2:creationId id="{4AF36BF1-A7B7-4F48-90F4-FB1599E47310}"/>
              </a:ext>
            </a:extLst>
          </p:cNvPr>
          <p:cNvSpPr>
            <a:spLocks noGrp="1"/>
          </p:cNvSpPr>
          <p:nvPr/>
        </p:nvSpPr>
        <p:spPr>
          <a:xfrm>
            <a:off x="866775" y="3181350"/>
            <a:ext cx="1304925" cy="1304925"/>
          </a:xfrm>
          <a:prstGeom prst="ellipse">
            <a:avLst/>
          </a:prstGeom>
          <a:solidFill>
            <a:srgbClr val="1955DB"/>
          </a:solidFill>
          <a:ln w="0">
            <a:noFill/>
          </a:ln>
        </p:spPr>
      </p:sp>
      <p:sp>
        <p:nvSpPr>
          <p:cNvPr id="8" name="circle">
            <a:extLst>
              <a:ext uri="{FF2B5EF4-FFF2-40B4-BE49-F238E27FC236}">
                <ns2:creationId id="{511B061E-BEF1-43BC-B51F-DAD034CD702B}"/>
              </a:ext>
            </a:extLst>
          </p:cNvPr>
          <p:cNvSpPr>
            <a:spLocks noGrp="1"/>
          </p:cNvSpPr>
          <p:nvPr/>
        </p:nvSpPr>
        <p:spPr>
          <a:xfrm>
            <a:off x="2486025" y="3181350"/>
            <a:ext cx="1304925" cy="1304925"/>
          </a:xfrm>
          <a:prstGeom prst="ellipse">
            <a:avLst/>
          </a:prstGeom>
          <a:solidFill>
            <a:srgbClr val="D71A65"/>
          </a:solidFill>
          <a:ln w="0">
            <a:noFill/>
          </a:ln>
        </p:spPr>
      </p:sp>
      <p:sp>
        <p:nvSpPr>
          <p:cNvPr id="9" name="circle">
            <a:extLst>
              <a:ext uri="{FF2B5EF4-FFF2-40B4-BE49-F238E27FC236}">
                <ns2:creationId id="{230EE48D-1934-40D4-A50B-344BD597B427}"/>
              </a:ext>
            </a:extLst>
          </p:cNvPr>
          <p:cNvSpPr>
            <a:spLocks noGrp="1"/>
          </p:cNvSpPr>
          <p:nvPr/>
        </p:nvSpPr>
        <p:spPr>
          <a:xfrm>
            <a:off x="4105275" y="3181350"/>
            <a:ext cx="1304925" cy="1304925"/>
          </a:xfrm>
          <a:prstGeom prst="ellipse">
            <a:avLst/>
          </a:prstGeom>
          <a:solidFill>
            <a:srgbClr val="F4D941"/>
          </a:solidFill>
          <a:ln w="0">
            <a:noFill/>
          </a:ln>
        </p:spPr>
      </p:sp>
      <p:sp>
        <p:nvSpPr>
          <p:cNvPr id="10" name="circle">
            <a:extLst>
              <a:ext uri="{FF2B5EF4-FFF2-40B4-BE49-F238E27FC236}">
                <ns2:creationId id="{6923AFE8-6EB8-427F-A311-1D76824C7987}"/>
              </a:ext>
            </a:extLst>
          </p:cNvPr>
          <p:cNvSpPr>
            <a:spLocks noGrp="1"/>
          </p:cNvSpPr>
          <p:nvPr/>
        </p:nvSpPr>
        <p:spPr>
          <a:xfrm>
            <a:off x="7458075" y="2581275"/>
            <a:ext cx="1600200" cy="1600200"/>
          </a:xfrm>
          <a:prstGeom prst="ellipse">
            <a:avLst/>
          </a:prstGeom>
          <a:solidFill>
            <a:srgbClr val="1955DB"/>
          </a:solidFill>
          <a:ln w="0">
            <a:noFill/>
          </a:ln>
        </p:spPr>
      </p:sp>
      <p:sp>
        <p:nvSpPr>
          <p:cNvPr id="11" name="circle">
            <a:extLst>
              <a:ext uri="{FF2B5EF4-FFF2-40B4-BE49-F238E27FC236}">
                <ns2:creationId id="{1AF2FF84-5C3E-41F8-8CD9-81D69637CC4E}"/>
              </a:ext>
            </a:extLst>
          </p:cNvPr>
          <p:cNvSpPr>
            <a:spLocks noGrp="1"/>
          </p:cNvSpPr>
          <p:nvPr/>
        </p:nvSpPr>
        <p:spPr>
          <a:xfrm>
            <a:off x="8305800" y="3162300"/>
            <a:ext cx="1600200" cy="1600200"/>
          </a:xfrm>
          <a:prstGeom prst="ellipse">
            <a:avLst/>
          </a:prstGeom>
          <a:solidFill>
            <a:srgbClr val="D71A65"/>
          </a:solidFill>
          <a:ln w="0">
            <a:noFill/>
          </a:ln>
        </p:spPr>
      </p:sp>
      <p:sp>
        <p:nvSpPr>
          <p:cNvPr id="12" name="circle">
            <a:extLst>
              <a:ext uri="{FF2B5EF4-FFF2-40B4-BE49-F238E27FC236}">
                <ns2:creationId id="{D0611F0F-CB3B-4737-A3CF-B84E8FDD696C}"/>
              </a:ext>
            </a:extLst>
          </p:cNvPr>
          <p:cNvSpPr>
            <a:spLocks noGrp="1"/>
          </p:cNvSpPr>
          <p:nvPr/>
        </p:nvSpPr>
        <p:spPr>
          <a:xfrm>
            <a:off x="9201150" y="3714750"/>
            <a:ext cx="1295400" cy="1295400"/>
          </a:xfrm>
          <a:prstGeom prst="ellipse">
            <a:avLst/>
          </a:prstGeom>
          <a:solidFill>
            <a:srgbClr val="F4D941"/>
          </a:solidFill>
          <a:ln w="0">
            <a:noFill/>
          </a:ln>
        </p:spPr>
      </p:sp>
      <p:sp>
        <p:nvSpPr>
          <p:cNvPr id="13" name="Separate circles">
            <a:extLst>
              <a:ext uri="{FF2B5EF4-FFF2-40B4-BE49-F238E27FC236}">
                <ns2:creationId id="{BE983FAF-82CD-4E4B-909B-0067615AA14C}"/>
              </a:ext>
            </a:extLst>
          </p:cNvPr>
          <p:cNvSpPr>
            <a:spLocks noGrp="1"/>
          </p:cNvSpPr>
          <p:nvPr/>
        </p:nvSpPr>
        <p:spPr>
          <a:xfrm>
            <a:off x="781050" y="5438775"/>
            <a:ext cx="4953000" cy="457200"/>
          </a:xfrm>
          <a:prstGeom prst="rect">
            <a:avLst/>
          </a:prstGeom>
          <a:noFill/>
          <a:ln w="0">
            <a:noFill/>
          </a:ln>
        </p:spPr>
        <p:txBody>
          <a:bodyPr wrap="square" lIns="0" tIns="0" rIns="0" bIns="0">
            <a:noAutofit/>
          </a:bodyPr>
          <a:lstStyle/>
          <a:p>
            <a:pPr>
              <a:defRPr sz="2550" b="1">
                <a:solidFill>
                  <a:srgbClr val="1955DB"/>
                </a:solidFill>
                <a:latin typeface="Arial Black"/>
                <a:ea typeface="Arial Black"/>
                <a:cs typeface="Arial Black"/>
              </a:defRPr>
            </a:pPr>
            <a:r>
              <a:rPr sz="2550" b="1">
                <a:solidFill>
                  <a:srgbClr val="1955DB"/>
                </a:solidFill>
                <a:latin typeface="Arial Black"/>
                <a:ea typeface="Arial Black"/>
                <a:cs typeface="Arial Black"/>
              </a:rPr>
              <a:t>Separate circles</a:t>
            </a:r>
          </a:p>
        </p:txBody>
      </p:sp>
      <p:sp>
        <p:nvSpPr>
          <p:cNvPr id="14" name="Overlapping circles">
            <a:extLst>
              <a:ext uri="{FF2B5EF4-FFF2-40B4-BE49-F238E27FC236}">
                <ns2:creationId id="{485B9DED-88F3-46A5-8BCC-EE123275F49C}"/>
              </a:ext>
            </a:extLst>
          </p:cNvPr>
          <p:cNvSpPr>
            <a:spLocks noGrp="1"/>
          </p:cNvSpPr>
          <p:nvPr/>
        </p:nvSpPr>
        <p:spPr>
          <a:xfrm>
            <a:off x="6534150" y="5438775"/>
            <a:ext cx="4953000" cy="457200"/>
          </a:xfrm>
          <a:prstGeom prst="rect">
            <a:avLst/>
          </a:prstGeom>
          <a:noFill/>
          <a:ln w="0">
            <a:noFill/>
          </a:ln>
        </p:spPr>
        <p:txBody>
          <a:bodyPr wrap="square" lIns="0" tIns="0" rIns="0" bIns="0">
            <a:noAutofit/>
          </a:bodyPr>
          <a:lstStyle/>
          <a:p>
            <a:pPr>
              <a:defRPr sz="2550" b="1">
                <a:solidFill>
                  <a:srgbClr val="1955DB"/>
                </a:solidFill>
                <a:latin typeface="Arial Black"/>
                <a:ea typeface="Arial Black"/>
                <a:cs typeface="Arial Black"/>
              </a:defRPr>
            </a:pPr>
            <a:r>
              <a:rPr sz="2550" b="1">
                <a:solidFill>
                  <a:srgbClr val="1955DB"/>
                </a:solidFill>
                <a:latin typeface="Arial Black"/>
                <a:ea typeface="Arial Black"/>
                <a:cs typeface="Arial Black"/>
              </a:rPr>
              <a:t>Overlapping circles</a:t>
            </a:r>
          </a:p>
        </p:txBody>
      </p:sp>
      <p:sp>
        <p:nvSpPr>
          <p:cNvPr id="15" name="A shape that covers another shape appears to sit in front.">
            <a:extLst>
              <a:ext uri="{FF2B5EF4-FFF2-40B4-BE49-F238E27FC236}">
                <ns2:creationId id="{15F85578-C893-44E2-BB1B-6FA5645725DC}"/>
              </a:ext>
            </a:extLst>
          </p:cNvPr>
          <p:cNvSpPr>
            <a:spLocks noGrp="1"/>
          </p:cNvSpPr>
          <p:nvPr/>
        </p:nvSpPr>
        <p:spPr>
          <a:xfrm>
            <a:off x="647700" y="6191250"/>
            <a:ext cx="10858500" cy="409575"/>
          </a:xfrm>
          <a:prstGeom prst="rect">
            <a:avLst/>
          </a:prstGeom>
          <a:noFill/>
          <a:ln w="0">
            <a:noFill/>
          </a:ln>
        </p:spPr>
        <p:txBody>
          <a:bodyPr wrap="square" lIns="0" tIns="0" rIns="0" bIns="0">
            <a:noAutofit/>
          </a:bodyPr>
          <a:lstStyle/>
          <a:p>
            <a:pPr>
              <a:defRPr sz="1725" b="0">
                <a:solidFill>
                  <a:srgbClr val="191919"/>
                </a:solidFill>
                <a:latin typeface="Arial"/>
                <a:ea typeface="Arial"/>
                <a:cs typeface="Arial"/>
              </a:defRPr>
            </a:pPr>
            <a:r>
              <a:rPr sz="1725" b="0">
                <a:solidFill>
                  <a:srgbClr val="191919"/>
                </a:solidFill>
                <a:latin typeface="Arial"/>
                <a:ea typeface="Arial"/>
                <a:cs typeface="Arial"/>
              </a:rPr>
              <a:t>A shape that covers another shape appears to sit in front.</a:t>
            </a:r>
          </a:p>
        </p:txBody>
      </p:sp>
      <p:sp>
        <p:nvSpPr>
          <p:cNvPr id="16" name="reveal_cover_A">
            <a:extLst>
              <a:ext uri="{FF2B5EF4-FFF2-40B4-BE49-F238E27FC236}">
                <ns2:creationId id="{7CEAC9B4-6D75-4633-9D3A-A7D440077CE3}"/>
              </a:ext>
            </a:extLst>
          </p:cNvPr>
          <p:cNvSpPr>
            <a:spLocks noGrp="1"/>
          </p:cNvSpPr>
          <p:nvPr/>
        </p:nvSpPr>
        <p:spPr>
          <a:xfrm>
            <a:off x="590550" y="5419725"/>
            <a:ext cx="5286375" cy="647700"/>
          </a:xfrm>
          <a:prstGeom prst="rect">
            <a:avLst/>
          </a:prstGeom>
          <a:solidFill>
            <a:srgbClr val="FAF7EF"/>
          </a:solidFill>
          <a:ln w="0">
            <a:noFill/>
          </a:ln>
        </p:spPr>
      </p:sp>
      <p:sp>
        <p:nvSpPr>
          <p:cNvPr id="17" name="reveal_cover_B">
            <a:extLst>
              <a:ext uri="{FF2B5EF4-FFF2-40B4-BE49-F238E27FC236}">
                <ns2:creationId id="{E1859C6E-CD97-4804-8166-19ADE1CDD61D}"/>
              </a:ext>
            </a:extLst>
          </p:cNvPr>
          <p:cNvSpPr>
            <a:spLocks noGrp="1"/>
          </p:cNvSpPr>
          <p:nvPr/>
        </p:nvSpPr>
        <p:spPr>
          <a:xfrm>
            <a:off x="6343650" y="5419725"/>
            <a:ext cx="5286375" cy="647700"/>
          </a:xfrm>
          <a:prstGeom prst="rect">
            <a:avLst/>
          </a:prstGeom>
          <a:solidFill>
            <a:srgbClr val="FAF7EF"/>
          </a:solidFill>
          <a:ln w="0">
            <a:noFill/>
          </a:ln>
        </p:spPr>
      </p:sp>
      <p:sp>
        <p:nvSpPr>
          <p:cNvPr id="18" name="reveal_cover_reason">
            <a:extLst>
              <a:ext uri="{FF2B5EF4-FFF2-40B4-BE49-F238E27FC236}">
                <ns2:creationId id="{7BDAB485-2BCD-4A27-AF65-10E350916C0F}"/>
              </a:ext>
            </a:extLst>
          </p:cNvPr>
          <p:cNvSpPr>
            <a:spLocks noGrp="1"/>
          </p:cNvSpPr>
          <p:nvPr/>
        </p:nvSpPr>
        <p:spPr>
          <a:xfrm>
            <a:off x="609600" y="6105525"/>
            <a:ext cx="10991850" cy="590550"/>
          </a:xfrm>
          <a:prstGeom prst="rect">
            <a:avLst/>
          </a:prstGeom>
          <a:solidFill>
            <a:srgbClr val="FAF7EF"/>
          </a:solidFill>
          <a:ln w="0">
            <a:noFill/>
          </a:ln>
        </p:spPr>
      </p:sp>
    </p:spTree>
    <p:extLst>
      <p:ext uri="{BB962C8B-B14F-4D97-AF65-F5344CB8AC3E}">
        <ns3:creationId val="129442840"/>
      </p:ext>
    </p:extLst>
  </p:cSld>
  <p:timing>
    <p:tnLst>
      <p:par>
        <p:cTn dur="indefinite" nodeType="tmRoot" restart="never" id="1">
          <p:childTnLst>
            <p:seq concurrent="1" nextAc="seek">
              <p:cTn dur="indefinite" id="2" nodeType="mainSeq">
                <p:childTnLst>
                  <p:par>
                    <p:cTn fill="hold" id="3">
                      <p:stCondLst>
                        <p:cond delay="indefinite"/>
                      </p:stCondLst>
                      <p:childTnLst>
                        <p:par>
                          <p:cTn fill="hold" id="4">
                            <p:stCondLst>
                              <p:cond delay="0"/>
                            </p:stCondLst>
                            <p:childTnLst>
                              <p:par>
                                <p:cTn fill="hold" nodeType="clickEffect" presetClass="exit" presetID="1" presetSubtype="0" id="5">
                                  <p:stCondLst>
                                    <p:cond delay="0"/>
                                  </p:stCondLst>
                                  <p:childTnLst>
                                    <p:set>
                                      <p:cBhvr>
                                        <p:cTn dur="1" fill="hold" id="6">
                                          <p:stCondLst>
                                            <p:cond delay="0"/>
                                          </p:stCondLst>
                                        </p:cTn>
                                        <p:tgtEl>
                                          <p:spTgt spid="16"/>
                                        </p:tgtEl>
                                        <p:attrNameLst>
                                          <p:attrName>style.visibility</p:attrName>
                                        </p:attrNameLst>
                                      </p:cBhvr>
                                      <p:to>
                                        <p:strVal val="hidden"/>
                                      </p:to>
                                    </p:set>
                                  </p:childTnLst>
                                </p:cTn>
                              </p:par>
                              <p:par>
                                <p:cTn fill="hold" nodeType="withEffect" presetClass="exit" presetID="1" presetSubtype="0" id="7">
                                  <p:stCondLst>
                                    <p:cond delay="0"/>
                                  </p:stCondLst>
                                  <p:childTnLst>
                                    <p:set>
                                      <p:cBhvr>
                                        <p:cTn dur="1" fill="hold" id="8">
                                          <p:stCondLst>
                                            <p:cond delay="0"/>
                                          </p:stCondLst>
                                        </p:cTn>
                                        <p:tgtEl>
                                          <p:spTgt spid="17"/>
                                        </p:tgtEl>
                                        <p:attrNameLst>
                                          <p:attrName>style.visibility</p:attrName>
                                        </p:attrNameLst>
                                      </p:cBhvr>
                                      <p:to>
                                        <p:strVal val="hidden"/>
                                      </p:to>
                                    </p:set>
                                  </p:childTnLst>
                                </p:cTn>
                              </p:par>
                              <p:par>
                                <p:cTn fill="hold" nodeType="withEffect" presetClass="exit" presetID="1" presetSubtype="0" id="9">
                                  <p:stCondLst>
                                    <p:cond delay="0"/>
                                  </p:stCondLst>
                                  <p:childTnLst>
                                    <p:set>
                                      <p:cBhvr>
                                        <p:cTn dur="1" fill="hold" id="10">
                                          <p:stCondLst>
                                            <p:cond delay="0"/>
                                          </p:stCondLst>
                                        </p:cTn>
                                        <p:tgtEl>
                                          <p:spTgt spid="1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AF7EF"/>
        </a:solidFill>
      </p:bgPr>
    </p:bg>
    <p:spTree>
      <p:nvGrpSpPr>
        <p:cNvPr id="1" name=""/>
        <p:cNvGrpSpPr/>
        <p:nvPr/>
      </p:nvGrpSpPr>
      <p:grpSpPr>
        <a:xfrm/>
      </p:grpSpPr>
      <p:sp>
        <p:nvSpPr>
          <p:cNvPr id="5" name="Canva demo">
            <a:extLst>
              <a:ext uri="{FF2B5EF4-FFF2-40B4-BE49-F238E27FC236}">
                <ns2:creationId id="{EF1942A3-9E55-49F6-BF59-72BB855AD81C}"/>
              </a:ext>
            </a:extLst>
          </p:cNvPr>
          <p:cNvSpPr>
            <a:spLocks noGrp="1"/>
          </p:cNvSpPr>
          <p:nvPr/>
        </p:nvSpPr>
        <p:spPr>
          <a:xfrm>
            <a:off x="609600" y="381000"/>
            <a:ext cx="10953750" cy="952500"/>
          </a:xfrm>
          <a:prstGeom prst="rect">
            <a:avLst/>
          </a:prstGeom>
          <a:noFill/>
          <a:ln w="0">
            <a:noFill/>
          </a:ln>
        </p:spPr>
        <p:txBody>
          <a:bodyPr wrap="square" lIns="0" tIns="0" rIns="0" bIns="0">
            <a:noAutofit/>
          </a:bodyPr>
          <a:lstStyle/>
          <a:p>
            <a:pPr>
              <a:defRPr sz="3900" b="1">
                <a:solidFill>
                  <a:srgbClr val="191919"/>
                </a:solidFill>
                <a:latin typeface="Arial Black"/>
                <a:ea typeface="Arial Black"/>
                <a:cs typeface="Arial Black"/>
              </a:defRPr>
            </a:pPr>
            <a:r>
              <a:rPr sz="3900" b="1">
                <a:solidFill>
                  <a:srgbClr val="191919"/>
                </a:solidFill>
                <a:latin typeface="Arial Black"/>
                <a:ea typeface="Arial Black"/>
                <a:cs typeface="Arial Black"/>
              </a:rPr>
              <a:t>Canva demo</a:t>
            </a:r>
          </a:p>
        </p:txBody>
      </p:sp>
      <p:sp>
        <p:nvSpPr>
          <p:cNvPr id="2" name="Watch how a few changes affect the design.">
            <a:extLst>
              <a:ext uri="{FF2B5EF4-FFF2-40B4-BE49-F238E27FC236}">
                <ns2:creationId id="{B41E188F-5FEA-4E50-947C-577762262A83}"/>
              </a:ext>
            </a:extLst>
          </p:cNvPr>
          <p:cNvSpPr>
            <a:spLocks noGrp="1"/>
          </p:cNvSpPr>
          <p:nvPr/>
        </p:nvSpPr>
        <p:spPr>
          <a:xfrm>
            <a:off x="628650" y="1323975"/>
            <a:ext cx="10915650" cy="514350"/>
          </a:xfrm>
          <a:prstGeom prst="rect">
            <a:avLst/>
          </a:prstGeom>
          <a:noFill/>
          <a:ln w="0">
            <a:noFill/>
          </a:ln>
        </p:spPr>
        <p:txBody>
          <a:bodyPr wrap="square" lIns="0" tIns="0" rIns="0" bIns="0">
            <a:noAutofit/>
          </a:bodyPr>
          <a:lstStyle/>
          <a:p>
            <a:pPr>
              <a:defRPr sz="2100" b="0">
                <a:solidFill>
                  <a:srgbClr val="191919"/>
                </a:solidFill>
                <a:latin typeface="Arial"/>
                <a:ea typeface="Arial"/>
                <a:cs typeface="Arial"/>
              </a:defRPr>
            </a:pPr>
            <a:r>
              <a:rPr sz="2100" b="0">
                <a:solidFill>
                  <a:srgbClr val="191919"/>
                </a:solidFill>
                <a:latin typeface="Arial"/>
                <a:ea typeface="Arial"/>
                <a:cs typeface="Arial"/>
              </a:rPr>
              <a:t>Watch how a few changes affect the design.</a:t>
            </a:r>
          </a:p>
        </p:txBody>
      </p:sp>
      <p:pic>
        <p:nvPicPr>
          <p:cNvPr id="7" name="" descr="Actual Canva editor showing a blank page and the side toolbar. The teacher switches to Canva for the live demonstration."/>
          <p:cNvPicPr>
            <a:picLocks noChangeAspect="1"/>
          </p:cNvPicPr>
          <p:nvPr/>
        </p:nvPicPr>
        <p:blipFill>
          <a:blip r:embed="Raa314c0f6d31425c"/>
          <a:stretch/>
        </p:blipFill>
        <p:spPr>
          <a:xfrm>
            <a:off x="590550" y="2232291"/>
            <a:ext cx="8496300" cy="3650717"/>
          </a:xfrm>
          <a:prstGeom prst="rect">
            <a:avLst/>
          </a:prstGeom>
        </p:spPr>
      </p:pic>
      <p:sp>
        <p:nvSpPr>
          <p:cNvPr id="4" name="Lines&#10;Shapes&#10;Borders&#10;Size and spacing&#10;Layers">
            <a:extLst>
              <a:ext uri="{FF2B5EF4-FFF2-40B4-BE49-F238E27FC236}">
                <ns2:creationId id="{4FE34E42-C89A-4ACC-8A3A-2495312EBEB8}"/>
              </a:ext>
            </a:extLst>
          </p:cNvPr>
          <p:cNvSpPr>
            <a:spLocks noGrp="1"/>
          </p:cNvSpPr>
          <p:nvPr/>
        </p:nvSpPr>
        <p:spPr>
          <a:xfrm>
            <a:off x="9391650" y="2324100"/>
            <a:ext cx="2333625" cy="2667000"/>
          </a:xfrm>
          <a:prstGeom prst="rect">
            <a:avLst/>
          </a:prstGeom>
          <a:noFill/>
          <a:ln w="0">
            <a:noFill/>
          </a:ln>
        </p:spPr>
        <p:txBody>
          <a:bodyPr wrap="square" lIns="0" tIns="0" rIns="0" bIns="0">
            <a:noAutofit/>
          </a:bodyPr>
          <a:lstStyle/>
          <a:p>
            <a:pPr>
              <a:defRPr sz="2175" b="1">
                <a:solidFill>
                  <a:srgbClr val="191919"/>
                </a:solidFill>
                <a:latin typeface="Arial"/>
                <a:ea typeface="Arial"/>
                <a:cs typeface="Arial"/>
              </a:defRPr>
            </a:pPr>
            <a:r>
              <a:rPr sz="2175" b="1">
                <a:solidFill>
                  <a:srgbClr val="191919"/>
                </a:solidFill>
                <a:latin typeface="Arial"/>
                <a:ea typeface="Arial"/>
                <a:cs typeface="Arial"/>
              </a:rPr>
              <a:t>Lines</a:t>
            </a:r>
          </a:p>
          <a:p>
            <a:pPr>
              <a:defRPr sz="2175" b="1">
                <a:solidFill>
                  <a:srgbClr val="191919"/>
                </a:solidFill>
                <a:latin typeface="Arial"/>
                <a:ea typeface="Arial"/>
                <a:cs typeface="Arial"/>
              </a:defRPr>
            </a:pPr>
            <a:r>
              <a:rPr sz="2175" b="1">
                <a:solidFill>
                  <a:srgbClr val="191919"/>
                </a:solidFill>
                <a:latin typeface="Arial"/>
                <a:ea typeface="Arial"/>
                <a:cs typeface="Arial"/>
              </a:rPr>
              <a:t>Shapes</a:t>
            </a:r>
          </a:p>
          <a:p>
            <a:pPr>
              <a:defRPr sz="2175" b="1">
                <a:solidFill>
                  <a:srgbClr val="191919"/>
                </a:solidFill>
                <a:latin typeface="Arial"/>
                <a:ea typeface="Arial"/>
                <a:cs typeface="Arial"/>
              </a:defRPr>
            </a:pPr>
            <a:r>
              <a:rPr sz="2175" b="1">
                <a:solidFill>
                  <a:srgbClr val="191919"/>
                </a:solidFill>
                <a:latin typeface="Arial"/>
                <a:ea typeface="Arial"/>
                <a:cs typeface="Arial"/>
              </a:rPr>
              <a:t>Borders</a:t>
            </a:r>
          </a:p>
          <a:p>
            <a:pPr>
              <a:defRPr sz="2175" b="1">
                <a:solidFill>
                  <a:srgbClr val="191919"/>
                </a:solidFill>
                <a:latin typeface="Arial"/>
                <a:ea typeface="Arial"/>
                <a:cs typeface="Arial"/>
              </a:defRPr>
            </a:pPr>
            <a:r>
              <a:rPr sz="2175" b="1">
                <a:solidFill>
                  <a:srgbClr val="191919"/>
                </a:solidFill>
                <a:latin typeface="Arial"/>
                <a:ea typeface="Arial"/>
                <a:cs typeface="Arial"/>
              </a:rPr>
              <a:t>Size and spacing</a:t>
            </a:r>
          </a:p>
          <a:p>
            <a:pPr>
              <a:defRPr sz="2175" b="1">
                <a:solidFill>
                  <a:srgbClr val="191919"/>
                </a:solidFill>
                <a:latin typeface="Arial"/>
                <a:ea typeface="Arial"/>
                <a:cs typeface="Arial"/>
              </a:defRPr>
            </a:pPr>
            <a:r>
              <a:rPr sz="2175" b="1">
                <a:solidFill>
                  <a:srgbClr val="191919"/>
                </a:solidFill>
                <a:latin typeface="Arial"/>
                <a:ea typeface="Arial"/>
                <a:cs typeface="Arial"/>
              </a:rPr>
              <a:t>Layers</a:t>
            </a:r>
          </a:p>
        </p:txBody>
      </p:sp>
    </p:spTree>
    <p:extLst>
      <p:ext uri="{BB962C8B-B14F-4D97-AF65-F5344CB8AC3E}">
        <ns4:creationId val="1803238958"/>
      </p:ext>
    </p:extLst>
  </p:cSld>
</p:sld>
</file>

<file path=ppt/slides/slide10.xml><?xml version="1.0" encoding="utf-8"?>
<p:sld xmlns:a="http://schemas.openxmlformats.org/drawingml/2006/main" xmlns:ns2="http://schemas.microsoft.com/office/drawing/2014/main" xmlns:ns4="http://schemas.microsoft.com/office/powerpoint/2010/main" xmlns:p="http://schemas.openxmlformats.org/presentationml/2006/main" xmlns:r="http://schemas.openxmlformats.org/officeDocument/2006/relationships">
  <p:cSld>
    <p:bg>
      <p:bgPr>
        <a:solidFill>
          <a:srgbClr val="FAF7EF"/>
        </a:solidFill>
      </p:bgPr>
    </p:bg>
    <p:spTree>
      <p:nvGrpSpPr>
        <p:cNvPr id="1" name=""/>
        <p:cNvGrpSpPr/>
        <p:nvPr/>
      </p:nvGrpSpPr>
      <p:grpSpPr>
        <a:xfrm/>
      </p:grpSpPr>
      <p:sp>
        <p:nvSpPr>
          <p:cNvPr id="44" name="Two graphics. One worksheet.">
            <a:extLst>
              <a:ext uri="{FF2B5EF4-FFF2-40B4-BE49-F238E27FC236}">
                <ns2:creationId id="{7DFA57D5-0D1B-415D-9668-1F6A39AF7F22}"/>
              </a:ext>
            </a:extLst>
          </p:cNvPr>
          <p:cNvSpPr>
            <a:spLocks noGrp="1"/>
          </p:cNvSpPr>
          <p:nvPr/>
        </p:nvSpPr>
        <p:spPr>
          <a:xfrm>
            <a:off x="609600" y="381000"/>
            <a:ext cx="10953750" cy="952500"/>
          </a:xfrm>
          <a:prstGeom prst="rect">
            <a:avLst/>
          </a:prstGeom>
          <a:noFill/>
          <a:ln w="0">
            <a:noFill/>
          </a:ln>
        </p:spPr>
        <p:txBody>
          <a:bodyPr wrap="square" lIns="0" tIns="0" rIns="0" bIns="0">
            <a:noAutofit/>
          </a:bodyPr>
          <a:lstStyle/>
          <a:p>
            <a:pPr>
              <a:defRPr sz="3900" b="1">
                <a:solidFill>
                  <a:srgbClr val="191919"/>
                </a:solidFill>
                <a:latin typeface="Arial Black"/>
                <a:ea typeface="Arial Black"/>
                <a:cs typeface="Arial Black"/>
              </a:defRPr>
            </a:pPr>
            <a:r>
              <a:rPr sz="3900" b="1">
                <a:solidFill>
                  <a:srgbClr val="191919"/>
                </a:solidFill>
                <a:latin typeface="Arial Black"/>
                <a:ea typeface="Arial Black"/>
                <a:cs typeface="Arial Black"/>
              </a:rPr>
              <a:t>Two graphics. One worksheet.</a:t>
            </a:r>
          </a:p>
        </p:txBody>
      </p:sp>
      <p:sp>
        <p:nvSpPr>
          <p:cNvPr id="2" name="Canvas: SW1 · Graphic Design with the 1960s">
            <a:extLst>
              <a:ext uri="{FF2B5EF4-FFF2-40B4-BE49-F238E27FC236}">
                <ns2:creationId id="{DF9027E0-6851-4132-8188-37298FE49186}"/>
              </a:ext>
            </a:extLst>
          </p:cNvPr>
          <p:cNvSpPr>
            <a:spLocks noGrp="1"/>
          </p:cNvSpPr>
          <p:nvPr/>
        </p:nvSpPr>
        <p:spPr>
          <a:xfrm>
            <a:off x="628650" y="1200150"/>
            <a:ext cx="10953750" cy="400050"/>
          </a:xfrm>
          <a:prstGeom prst="rect">
            <a:avLst/>
          </a:prstGeom>
          <a:noFill/>
          <a:ln w="0">
            <a:noFill/>
          </a:ln>
        </p:spPr>
        <p:txBody>
          <a:bodyPr wrap="square" lIns="0" tIns="0" rIns="0" bIns="0">
            <a:noAutofit/>
          </a:bodyPr>
          <a:lstStyle/>
          <a:p>
            <a:pPr>
              <a:defRPr sz="1875" b="0">
                <a:solidFill>
                  <a:srgbClr val="191919"/>
                </a:solidFill>
                <a:latin typeface="Arial"/>
                <a:ea typeface="Arial"/>
                <a:cs typeface="Arial"/>
              </a:defRPr>
            </a:pPr>
            <a:r>
              <a:rPr sz="1875" b="0">
                <a:solidFill>
                  <a:srgbClr val="191919"/>
                </a:solidFill>
                <a:latin typeface="Arial"/>
                <a:ea typeface="Arial"/>
                <a:cs typeface="Arial"/>
              </a:rPr>
              <a:t>Canvas: SW1 · Graphic Design with the 1960s</a:t>
            </a:r>
          </a:p>
        </p:txBody>
      </p:sp>
      <p:sp>
        <p:nvSpPr>
          <p:cNvPr id="3" name="Make">
            <a:extLst>
              <a:ext uri="{FF2B5EF4-FFF2-40B4-BE49-F238E27FC236}">
                <ns2:creationId id="{E1B825EC-FE3D-4A66-BD96-4932E8ECF5FC}"/>
              </a:ext>
            </a:extLst>
          </p:cNvPr>
          <p:cNvSpPr>
            <a:spLocks noGrp="1"/>
          </p:cNvSpPr>
          <p:nvPr/>
        </p:nvSpPr>
        <p:spPr>
          <a:xfrm>
            <a:off x="628650" y="1819275"/>
            <a:ext cx="5048250" cy="428625"/>
          </a:xfrm>
          <a:prstGeom prst="rect">
            <a:avLst/>
          </a:prstGeom>
          <a:noFill/>
          <a:ln w="0">
            <a:noFill/>
          </a:ln>
        </p:spPr>
        <p:txBody>
          <a:bodyPr wrap="square" lIns="0" tIns="0" rIns="0" bIns="0">
            <a:noAutofit/>
          </a:bodyPr>
          <a:lstStyle/>
          <a:p>
            <a:pPr>
              <a:defRPr sz="2325" b="1">
                <a:solidFill>
                  <a:srgbClr val="1955DB"/>
                </a:solidFill>
                <a:latin typeface="Arial Black"/>
                <a:ea typeface="Arial Black"/>
                <a:cs typeface="Arial Black"/>
              </a:defRPr>
            </a:pPr>
            <a:r>
              <a:rPr sz="2325" b="1">
                <a:solidFill>
                  <a:srgbClr val="1955DB"/>
                </a:solidFill>
                <a:latin typeface="Arial Black"/>
                <a:ea typeface="Arial Black"/>
                <a:cs typeface="Arial Black"/>
              </a:rPr>
              <a:t>Make</a:t>
            </a:r>
          </a:p>
        </p:txBody>
      </p:sp>
      <p:sp>
        <p:nvSpPr>
          <p:cNvPr id="4" name="One word using only lines.&#10;A different word using only circles.&#10;Keep text, photos and stickers out.">
            <a:extLst>
              <a:ext uri="{FF2B5EF4-FFF2-40B4-BE49-F238E27FC236}">
                <ns2:creationId id="{EEBD2C8C-9972-4EB8-9038-F5F692AD456E}"/>
              </a:ext>
            </a:extLst>
          </p:cNvPr>
          <p:cNvSpPr>
            <a:spLocks noGrp="1"/>
          </p:cNvSpPr>
          <p:nvPr/>
        </p:nvSpPr>
        <p:spPr>
          <a:xfrm>
            <a:off x="628650" y="2286000"/>
            <a:ext cx="5248275" cy="1228725"/>
          </a:xfrm>
          <a:prstGeom prst="rect">
            <a:avLst/>
          </a:prstGeom>
          <a:noFill/>
          <a:ln w="0">
            <a:noFill/>
          </a:ln>
        </p:spPr>
        <p:txBody>
          <a:bodyPr wrap="square" lIns="0" tIns="0" rIns="0" bIns="0">
            <a:noAutofit/>
          </a:bodyPr>
          <a:lstStyle/>
          <a:p>
            <a:pPr>
              <a:defRPr sz="2025" b="0">
                <a:solidFill>
                  <a:srgbClr val="191919"/>
                </a:solidFill>
                <a:latin typeface="Arial"/>
                <a:ea typeface="Arial"/>
                <a:cs typeface="Arial"/>
              </a:defRPr>
            </a:pPr>
            <a:r>
              <a:rPr sz="2025" b="0">
                <a:solidFill>
                  <a:srgbClr val="191919"/>
                </a:solidFill>
                <a:latin typeface="Arial"/>
                <a:ea typeface="Arial"/>
                <a:cs typeface="Arial"/>
              </a:rPr>
              <a:t>One word using only lines.</a:t>
            </a:r>
          </a:p>
          <a:p>
            <a:pPr>
              <a:defRPr sz="2025" b="0">
                <a:solidFill>
                  <a:srgbClr val="191919"/>
                </a:solidFill>
                <a:latin typeface="Arial"/>
                <a:ea typeface="Arial"/>
                <a:cs typeface="Arial"/>
              </a:defRPr>
            </a:pPr>
            <a:r>
              <a:rPr sz="2025" b="0">
                <a:solidFill>
                  <a:srgbClr val="191919"/>
                </a:solidFill>
                <a:latin typeface="Arial"/>
                <a:ea typeface="Arial"/>
                <a:cs typeface="Arial"/>
              </a:rPr>
              <a:t>A different word using only circles.</a:t>
            </a:r>
          </a:p>
          <a:p>
            <a:pPr>
              <a:defRPr sz="2025" b="0">
                <a:solidFill>
                  <a:srgbClr val="191919"/>
                </a:solidFill>
                <a:latin typeface="Arial"/>
                <a:ea typeface="Arial"/>
                <a:cs typeface="Arial"/>
              </a:defRPr>
            </a:pPr>
            <a:r>
              <a:rPr sz="2025" b="0">
                <a:solidFill>
                  <a:srgbClr val="191919"/>
                </a:solidFill>
                <a:latin typeface="Arial"/>
                <a:ea typeface="Arial"/>
                <a:cs typeface="Arial"/>
              </a:rPr>
              <a:t>Keep text, photos and stickers out.</a:t>
            </a:r>
          </a:p>
        </p:txBody>
      </p:sp>
      <p:sp>
        <p:nvSpPr>
          <p:cNvPr id="5" name="Ready to turn in?">
            <a:extLst>
              <a:ext uri="{FF2B5EF4-FFF2-40B4-BE49-F238E27FC236}">
                <ns2:creationId id="{DB763F77-C68B-4A2C-9234-A7EC0F322A67}"/>
              </a:ext>
            </a:extLst>
          </p:cNvPr>
          <p:cNvSpPr>
            <a:spLocks noGrp="1"/>
          </p:cNvSpPr>
          <p:nvPr/>
        </p:nvSpPr>
        <p:spPr>
          <a:xfrm>
            <a:off x="628650" y="3743325"/>
            <a:ext cx="5286375" cy="428625"/>
          </a:xfrm>
          <a:prstGeom prst="rect">
            <a:avLst/>
          </a:prstGeom>
          <a:noFill/>
          <a:ln w="0">
            <a:noFill/>
          </a:ln>
        </p:spPr>
        <p:txBody>
          <a:bodyPr wrap="square" lIns="0" tIns="0" rIns="0" bIns="0">
            <a:noAutofit/>
          </a:bodyPr>
          <a:lstStyle/>
          <a:p>
            <a:pPr>
              <a:defRPr sz="2325" b="1">
                <a:solidFill>
                  <a:srgbClr val="1955DB"/>
                </a:solidFill>
                <a:latin typeface="Arial Black"/>
                <a:ea typeface="Arial Black"/>
                <a:cs typeface="Arial Black"/>
              </a:defRPr>
            </a:pPr>
            <a:r>
              <a:rPr sz="2325" b="1">
                <a:solidFill>
                  <a:srgbClr val="1955DB"/>
                </a:solidFill>
                <a:latin typeface="Arial Black"/>
                <a:ea typeface="Arial Black"/>
                <a:cs typeface="Arial Black"/>
              </a:rPr>
              <a:t>Ready to turn in?</a:t>
            </a:r>
          </a:p>
        </p:txBody>
      </p:sp>
      <p:sp>
        <p:nvSpPr>
          <p:cNvPr id="6" name="Both PNGs are in your worksheet.&#10;Both reflections explain your choices.">
            <a:extLst>
              <a:ext uri="{FF2B5EF4-FFF2-40B4-BE49-F238E27FC236}">
                <ns2:creationId id="{CF8D252C-57F2-49ED-B013-F6DD142729A0}"/>
              </a:ext>
            </a:extLst>
          </p:cNvPr>
          <p:cNvSpPr>
            <a:spLocks noGrp="1"/>
          </p:cNvSpPr>
          <p:nvPr/>
        </p:nvSpPr>
        <p:spPr>
          <a:xfrm>
            <a:off x="628650" y="4210050"/>
            <a:ext cx="5248275" cy="876300"/>
          </a:xfrm>
          <a:prstGeom prst="rect">
            <a:avLst/>
          </a:prstGeom>
          <a:noFill/>
          <a:ln w="0">
            <a:noFill/>
          </a:ln>
        </p:spPr>
        <p:txBody>
          <a:bodyPr wrap="square" lIns="0" tIns="0" rIns="0" bIns="0">
            <a:noAutofit/>
          </a:bodyPr>
          <a:lstStyle/>
          <a:p>
            <a:pPr>
              <a:defRPr sz="2025" b="0">
                <a:solidFill>
                  <a:srgbClr val="191919"/>
                </a:solidFill>
                <a:latin typeface="Arial"/>
                <a:ea typeface="Arial"/>
                <a:cs typeface="Arial"/>
              </a:defRPr>
            </a:pPr>
            <a:r>
              <a:rPr sz="2025" b="0">
                <a:solidFill>
                  <a:srgbClr val="191919"/>
                </a:solidFill>
                <a:latin typeface="Arial"/>
                <a:ea typeface="Arial"/>
                <a:cs typeface="Arial"/>
              </a:rPr>
              <a:t>Both PNGs are in your worksheet.</a:t>
            </a:r>
          </a:p>
          <a:p>
            <a:pPr>
              <a:defRPr sz="2025" b="0">
                <a:solidFill>
                  <a:srgbClr val="191919"/>
                </a:solidFill>
                <a:latin typeface="Arial"/>
                <a:ea typeface="Arial"/>
                <a:cs typeface="Arial"/>
              </a:defRPr>
            </a:pPr>
            <a:r>
              <a:rPr sz="2025" b="0">
                <a:solidFill>
                  <a:srgbClr val="191919"/>
                </a:solidFill>
                <a:latin typeface="Arial"/>
                <a:ea typeface="Arial"/>
                <a:cs typeface="Arial"/>
              </a:rPr>
              <a:t>Both reflections explain your choices.</a:t>
            </a:r>
          </a:p>
        </p:txBody>
      </p:sp>
      <p:sp>
        <p:nvSpPr>
          <p:cNvPr id="7" name="Turn it in">
            <a:extLst>
              <a:ext uri="{FF2B5EF4-FFF2-40B4-BE49-F238E27FC236}">
                <ns2:creationId id="{52768694-83C5-44F7-BBA5-7DF727D8DF25}"/>
              </a:ext>
            </a:extLst>
          </p:cNvPr>
          <p:cNvSpPr>
            <a:spLocks noGrp="1"/>
          </p:cNvSpPr>
          <p:nvPr/>
        </p:nvSpPr>
        <p:spPr>
          <a:xfrm>
            <a:off x="628650" y="5286375"/>
            <a:ext cx="5143500" cy="409575"/>
          </a:xfrm>
          <a:prstGeom prst="rect">
            <a:avLst/>
          </a:prstGeom>
          <a:noFill/>
          <a:ln w="0">
            <a:noFill/>
          </a:ln>
        </p:spPr>
        <p:txBody>
          <a:bodyPr wrap="square" lIns="0" tIns="0" rIns="0" bIns="0">
            <a:noAutofit/>
          </a:bodyPr>
          <a:lstStyle/>
          <a:p>
            <a:pPr>
              <a:defRPr sz="2325" b="1">
                <a:solidFill>
                  <a:srgbClr val="1955DB"/>
                </a:solidFill>
                <a:latin typeface="Arial Black"/>
                <a:ea typeface="Arial Black"/>
                <a:cs typeface="Arial Black"/>
              </a:defRPr>
            </a:pPr>
            <a:r>
              <a:rPr sz="2325" b="1">
                <a:solidFill>
                  <a:srgbClr val="1955DB"/>
                </a:solidFill>
                <a:latin typeface="Arial Black"/>
                <a:ea typeface="Arial Black"/>
                <a:cs typeface="Arial Black"/>
              </a:rPr>
              <a:t>Turn it in</a:t>
            </a:r>
          </a:p>
        </p:txBody>
      </p:sp>
      <p:sp>
        <p:nvSpPr>
          <p:cNvPr id="8" name="Lesson 2: submit your Word file&#10;or the share link to your Google Doc.">
            <a:extLst>
              <a:ext uri="{FF2B5EF4-FFF2-40B4-BE49-F238E27FC236}">
                <ns2:creationId id="{42304FF0-A630-4A91-8BCF-0F7CEF36968D}"/>
              </a:ext>
            </a:extLst>
          </p:cNvPr>
          <p:cNvSpPr>
            <a:spLocks noGrp="1"/>
          </p:cNvSpPr>
          <p:nvPr/>
        </p:nvSpPr>
        <p:spPr>
          <a:xfrm>
            <a:off x="628650" y="5734050"/>
            <a:ext cx="5248275" cy="714375"/>
          </a:xfrm>
          <a:prstGeom prst="rect">
            <a:avLst/>
          </a:prstGeom>
          <a:noFill/>
          <a:ln w="0">
            <a:noFill/>
          </a:ln>
        </p:spPr>
        <p:txBody>
          <a:bodyPr wrap="square" lIns="0" tIns="0" rIns="0" bIns="0">
            <a:noAutofit/>
          </a:bodyPr>
          <a:lstStyle/>
          <a:p>
            <a:pPr>
              <a:defRPr sz="1950" b="0">
                <a:solidFill>
                  <a:srgbClr val="191919"/>
                </a:solidFill>
                <a:latin typeface="Arial"/>
                <a:ea typeface="Arial"/>
                <a:cs typeface="Arial"/>
              </a:defRPr>
            </a:pPr>
            <a:r>
              <a:rPr sz="1950" b="0">
                <a:solidFill>
                  <a:srgbClr val="191919"/>
                </a:solidFill>
                <a:latin typeface="Arial"/>
                <a:ea typeface="Arial"/>
                <a:cs typeface="Arial"/>
              </a:rPr>
              <a:t>Lesson 2: submit your Word file</a:t>
            </a:r>
          </a:p>
          <a:p>
            <a:pPr>
              <a:defRPr sz="1950" b="0">
                <a:solidFill>
                  <a:srgbClr val="191919"/>
                </a:solidFill>
                <a:latin typeface="Arial"/>
                <a:ea typeface="Arial"/>
                <a:cs typeface="Arial"/>
              </a:defRPr>
            </a:pPr>
            <a:r>
              <a:rPr sz="1950" b="0">
                <a:solidFill>
                  <a:srgbClr val="191919"/>
                </a:solidFill>
                <a:latin typeface="Arial"/>
                <a:ea typeface="Arial"/>
                <a:cs typeface="Arial"/>
              </a:rPr>
              <a:t>or the share link to your Google Doc.</a:t>
            </a:r>
          </a:p>
        </p:txBody>
      </p:sp>
      <p:sp>
        <p:nvSpPr>
          <p:cNvPr id="9" name="shape">
            <a:extLst>
              <a:ext uri="{FF2B5EF4-FFF2-40B4-BE49-F238E27FC236}">
                <ns2:creationId id="{9A780178-0AA7-431C-92B7-C7A22BE2135D}"/>
              </a:ext>
            </a:extLst>
          </p:cNvPr>
          <p:cNvSpPr>
            <a:spLocks noGrp="1"/>
          </p:cNvSpPr>
          <p:nvPr/>
        </p:nvSpPr>
        <p:spPr>
          <a:xfrm>
            <a:off x="6296025" y="1857375"/>
            <a:ext cx="2486025" cy="2047875"/>
          </a:xfrm>
          <a:prstGeom prst="rect">
            <a:avLst/>
          </a:prstGeom>
          <a:solidFill>
            <a:srgbClr val="FFFFFF"/>
          </a:solidFill>
          <a:ln w="0">
            <a:noFill/>
          </a:ln>
        </p:spPr>
      </p:sp>
      <p:sp>
        <p:nvSpPr>
          <p:cNvPr id="10" name="shape">
            <a:extLst>
              <a:ext uri="{FF2B5EF4-FFF2-40B4-BE49-F238E27FC236}">
                <ns2:creationId id="{C83990E4-7A95-4FB9-AF3D-C1DCCFCACF6D}"/>
              </a:ext>
            </a:extLst>
          </p:cNvPr>
          <p:cNvSpPr>
            <a:spLocks noGrp="1"/>
          </p:cNvSpPr>
          <p:nvPr/>
        </p:nvSpPr>
        <p:spPr>
          <a:xfrm>
            <a:off x="8982075" y="1857375"/>
            <a:ext cx="2600325" cy="2047875"/>
          </a:xfrm>
          <a:prstGeom prst="rect">
            <a:avLst/>
          </a:prstGeom>
          <a:solidFill>
            <a:srgbClr val="FFFFFF"/>
          </a:solidFill>
          <a:ln w="0">
            <a:noFill/>
          </a:ln>
        </p:spPr>
      </p:sp>
      <p:sp>
        <p:nvSpPr>
          <p:cNvPr id="11" name="curved line">
            <a:extLst>
              <a:ext uri="{FF2B5EF4-FFF2-40B4-BE49-F238E27FC236}">
                <ns2:creationId id="{DE4F6468-6FB1-4E92-B97E-D124AAA453A3}"/>
              </a:ext>
            </a:extLst>
          </p:cNvPr>
          <p:cNvSpPr>
            <a:spLocks noGrp="1"/>
          </p:cNvSpPr>
          <p:nvPr/>
        </p:nvSpPr>
        <p:spPr>
          <a:xfrm>
            <a:off x="6496050" y="2038350"/>
            <a:ext cx="880110" cy="190500"/>
          </a:xfrm>
          <a:custGeom>
            <a:pathLst>
              <a:path w="880110" h="190500">
                <a:moveTo>
                  <a:pt x="0" y="95250"/>
                </a:moveTo>
                <a:lnTo>
                  <a:pt x="11893" y="102682"/>
                </a:lnTo>
                <a:lnTo>
                  <a:pt x="23787" y="110060"/>
                </a:lnTo>
                <a:lnTo>
                  <a:pt x="35680" y="117331"/>
                </a:lnTo>
                <a:lnTo>
                  <a:pt x="47574" y="124443"/>
                </a:lnTo>
                <a:lnTo>
                  <a:pt x="59467" y="131345"/>
                </a:lnTo>
                <a:lnTo>
                  <a:pt x="71360" y="137987"/>
                </a:lnTo>
                <a:lnTo>
                  <a:pt x="83254" y="144321"/>
                </a:lnTo>
                <a:lnTo>
                  <a:pt x="95147" y="150301"/>
                </a:lnTo>
                <a:lnTo>
                  <a:pt x="107040" y="155885"/>
                </a:lnTo>
                <a:lnTo>
                  <a:pt x="118934" y="161031"/>
                </a:lnTo>
                <a:lnTo>
                  <a:pt x="130827" y="165704"/>
                </a:lnTo>
                <a:lnTo>
                  <a:pt x="142721" y="169869"/>
                </a:lnTo>
                <a:lnTo>
                  <a:pt x="154614" y="173497"/>
                </a:lnTo>
                <a:lnTo>
                  <a:pt x="166507" y="176561"/>
                </a:lnTo>
                <a:lnTo>
                  <a:pt x="178401" y="179039"/>
                </a:lnTo>
                <a:lnTo>
                  <a:pt x="190294" y="180913"/>
                </a:lnTo>
                <a:lnTo>
                  <a:pt x="202187" y="182170"/>
                </a:lnTo>
                <a:lnTo>
                  <a:pt x="214081" y="182801"/>
                </a:lnTo>
                <a:lnTo>
                  <a:pt x="225974" y="182801"/>
                </a:lnTo>
                <a:lnTo>
                  <a:pt x="237868" y="182170"/>
                </a:lnTo>
                <a:lnTo>
                  <a:pt x="249761" y="180913"/>
                </a:lnTo>
                <a:lnTo>
                  <a:pt x="261654" y="179039"/>
                </a:lnTo>
                <a:lnTo>
                  <a:pt x="273548" y="176561"/>
                </a:lnTo>
                <a:lnTo>
                  <a:pt x="285441" y="173497"/>
                </a:lnTo>
                <a:lnTo>
                  <a:pt x="297334" y="169869"/>
                </a:lnTo>
                <a:lnTo>
                  <a:pt x="309228" y="165704"/>
                </a:lnTo>
                <a:lnTo>
                  <a:pt x="321121" y="161031"/>
                </a:lnTo>
                <a:lnTo>
                  <a:pt x="333015" y="155885"/>
                </a:lnTo>
                <a:lnTo>
                  <a:pt x="344908" y="150301"/>
                </a:lnTo>
                <a:lnTo>
                  <a:pt x="356801" y="144321"/>
                </a:lnTo>
                <a:lnTo>
                  <a:pt x="368695" y="137987"/>
                </a:lnTo>
                <a:lnTo>
                  <a:pt x="380588" y="131345"/>
                </a:lnTo>
                <a:lnTo>
                  <a:pt x="392481" y="124443"/>
                </a:lnTo>
                <a:lnTo>
                  <a:pt x="404375" y="117331"/>
                </a:lnTo>
                <a:lnTo>
                  <a:pt x="416268" y="110060"/>
                </a:lnTo>
                <a:lnTo>
                  <a:pt x="428162" y="102682"/>
                </a:lnTo>
                <a:lnTo>
                  <a:pt x="440055" y="95250"/>
                </a:lnTo>
                <a:lnTo>
                  <a:pt x="451948" y="87818"/>
                </a:lnTo>
                <a:lnTo>
                  <a:pt x="463842" y="80440"/>
                </a:lnTo>
                <a:lnTo>
                  <a:pt x="475735" y="73169"/>
                </a:lnTo>
                <a:lnTo>
                  <a:pt x="487629" y="66057"/>
                </a:lnTo>
                <a:lnTo>
                  <a:pt x="499522" y="59155"/>
                </a:lnTo>
                <a:lnTo>
                  <a:pt x="511415" y="52513"/>
                </a:lnTo>
                <a:lnTo>
                  <a:pt x="523309" y="46179"/>
                </a:lnTo>
                <a:lnTo>
                  <a:pt x="535202" y="40199"/>
                </a:lnTo>
                <a:lnTo>
                  <a:pt x="547095" y="34615"/>
                </a:lnTo>
                <a:lnTo>
                  <a:pt x="558989" y="29469"/>
                </a:lnTo>
                <a:lnTo>
                  <a:pt x="570882" y="24796"/>
                </a:lnTo>
                <a:lnTo>
                  <a:pt x="582776" y="20631"/>
                </a:lnTo>
                <a:lnTo>
                  <a:pt x="594669" y="17003"/>
                </a:lnTo>
                <a:lnTo>
                  <a:pt x="606562" y="13939"/>
                </a:lnTo>
                <a:lnTo>
                  <a:pt x="618456" y="11461"/>
                </a:lnTo>
                <a:lnTo>
                  <a:pt x="630349" y="9587"/>
                </a:lnTo>
                <a:lnTo>
                  <a:pt x="642242" y="8330"/>
                </a:lnTo>
                <a:lnTo>
                  <a:pt x="654136" y="7699"/>
                </a:lnTo>
                <a:lnTo>
                  <a:pt x="666029" y="7699"/>
                </a:lnTo>
                <a:lnTo>
                  <a:pt x="677923" y="8330"/>
                </a:lnTo>
                <a:lnTo>
                  <a:pt x="689816" y="9587"/>
                </a:lnTo>
                <a:lnTo>
                  <a:pt x="701709" y="11461"/>
                </a:lnTo>
                <a:lnTo>
                  <a:pt x="713603" y="13939"/>
                </a:lnTo>
                <a:lnTo>
                  <a:pt x="725496" y="17003"/>
                </a:lnTo>
                <a:lnTo>
                  <a:pt x="737389" y="20631"/>
                </a:lnTo>
                <a:lnTo>
                  <a:pt x="749283" y="24796"/>
                </a:lnTo>
                <a:lnTo>
                  <a:pt x="761176" y="29469"/>
                </a:lnTo>
                <a:lnTo>
                  <a:pt x="773070" y="34615"/>
                </a:lnTo>
                <a:lnTo>
                  <a:pt x="784963" y="40199"/>
                </a:lnTo>
                <a:lnTo>
                  <a:pt x="796856" y="46179"/>
                </a:lnTo>
                <a:lnTo>
                  <a:pt x="808750" y="52513"/>
                </a:lnTo>
                <a:lnTo>
                  <a:pt x="820643" y="59155"/>
                </a:lnTo>
                <a:lnTo>
                  <a:pt x="832536" y="66057"/>
                </a:lnTo>
                <a:lnTo>
                  <a:pt x="844430" y="73169"/>
                </a:lnTo>
                <a:lnTo>
                  <a:pt x="856323" y="80440"/>
                </a:lnTo>
                <a:lnTo>
                  <a:pt x="868217" y="87818"/>
                </a:lnTo>
                <a:lnTo>
                  <a:pt x="880110" y="95250"/>
                </a:lnTo>
              </a:path>
            </a:pathLst>
          </a:custGeom>
          <a:noFill/>
          <a:ln w="38100">
            <a:solidFill>
              <a:srgbClr val="191919"/>
            </a:solidFill>
          </a:ln>
        </p:spPr>
      </p:sp>
      <p:sp>
        <p:nvSpPr>
          <p:cNvPr id="12" name="curved line">
            <a:extLst>
              <a:ext uri="{FF2B5EF4-FFF2-40B4-BE49-F238E27FC236}">
                <ns2:creationId id="{414F0797-1028-49E8-8938-741F1C32EDA8}"/>
              </a:ext>
            </a:extLst>
          </p:cNvPr>
          <p:cNvSpPr>
            <a:spLocks noGrp="1"/>
          </p:cNvSpPr>
          <p:nvPr/>
        </p:nvSpPr>
        <p:spPr>
          <a:xfrm>
            <a:off x="7585710" y="2038350"/>
            <a:ext cx="880110" cy="190500"/>
          </a:xfrm>
          <a:custGeom>
            <a:pathLst>
              <a:path w="880110" h="190500">
                <a:moveTo>
                  <a:pt x="0" y="151703"/>
                </a:moveTo>
                <a:lnTo>
                  <a:pt x="11893" y="157183"/>
                </a:lnTo>
                <a:lnTo>
                  <a:pt x="23787" y="162218"/>
                </a:lnTo>
                <a:lnTo>
                  <a:pt x="35680" y="166770"/>
                </a:lnTo>
                <a:lnTo>
                  <a:pt x="47574" y="170806"/>
                </a:lnTo>
                <a:lnTo>
                  <a:pt x="59467" y="174298"/>
                </a:lnTo>
                <a:lnTo>
                  <a:pt x="71360" y="177221"/>
                </a:lnTo>
                <a:lnTo>
                  <a:pt x="83254" y="179553"/>
                </a:lnTo>
                <a:lnTo>
                  <a:pt x="95147" y="181278"/>
                </a:lnTo>
                <a:lnTo>
                  <a:pt x="107040" y="182382"/>
                </a:lnTo>
                <a:lnTo>
                  <a:pt x="118934" y="182859"/>
                </a:lnTo>
                <a:lnTo>
                  <a:pt x="130827" y="182705"/>
                </a:lnTo>
                <a:lnTo>
                  <a:pt x="142721" y="181921"/>
                </a:lnTo>
                <a:lnTo>
                  <a:pt x="154614" y="180512"/>
                </a:lnTo>
                <a:lnTo>
                  <a:pt x="166507" y="178489"/>
                </a:lnTo>
                <a:lnTo>
                  <a:pt x="178401" y="175866"/>
                </a:lnTo>
                <a:lnTo>
                  <a:pt x="190294" y="172662"/>
                </a:lnTo>
                <a:lnTo>
                  <a:pt x="202187" y="168901"/>
                </a:lnTo>
                <a:lnTo>
                  <a:pt x="214081" y="164609"/>
                </a:lnTo>
                <a:lnTo>
                  <a:pt x="225974" y="159817"/>
                </a:lnTo>
                <a:lnTo>
                  <a:pt x="237868" y="154560"/>
                </a:lnTo>
                <a:lnTo>
                  <a:pt x="249761" y="148875"/>
                </a:lnTo>
                <a:lnTo>
                  <a:pt x="261654" y="142805"/>
                </a:lnTo>
                <a:lnTo>
                  <a:pt x="273548" y="136391"/>
                </a:lnTo>
                <a:lnTo>
                  <a:pt x="285441" y="129681"/>
                </a:lnTo>
                <a:lnTo>
                  <a:pt x="297334" y="122724"/>
                </a:lnTo>
                <a:lnTo>
                  <a:pt x="309228" y="115568"/>
                </a:lnTo>
                <a:lnTo>
                  <a:pt x="321121" y="108265"/>
                </a:lnTo>
                <a:lnTo>
                  <a:pt x="333015" y="100869"/>
                </a:lnTo>
                <a:lnTo>
                  <a:pt x="344908" y="93433"/>
                </a:lnTo>
                <a:lnTo>
                  <a:pt x="356801" y="86010"/>
                </a:lnTo>
                <a:lnTo>
                  <a:pt x="368695" y="78653"/>
                </a:lnTo>
                <a:lnTo>
                  <a:pt x="380588" y="71416"/>
                </a:lnTo>
                <a:lnTo>
                  <a:pt x="392481" y="64350"/>
                </a:lnTo>
                <a:lnTo>
                  <a:pt x="404375" y="57507"/>
                </a:lnTo>
                <a:lnTo>
                  <a:pt x="416268" y="50936"/>
                </a:lnTo>
                <a:lnTo>
                  <a:pt x="428162" y="44685"/>
                </a:lnTo>
                <a:lnTo>
                  <a:pt x="440055" y="38797"/>
                </a:lnTo>
                <a:lnTo>
                  <a:pt x="451948" y="33317"/>
                </a:lnTo>
                <a:lnTo>
                  <a:pt x="463842" y="28282"/>
                </a:lnTo>
                <a:lnTo>
                  <a:pt x="475735" y="23730"/>
                </a:lnTo>
                <a:lnTo>
                  <a:pt x="487629" y="19694"/>
                </a:lnTo>
                <a:lnTo>
                  <a:pt x="499522" y="16202"/>
                </a:lnTo>
                <a:lnTo>
                  <a:pt x="511415" y="13279"/>
                </a:lnTo>
                <a:lnTo>
                  <a:pt x="523309" y="10947"/>
                </a:lnTo>
                <a:lnTo>
                  <a:pt x="535202" y="9222"/>
                </a:lnTo>
                <a:lnTo>
                  <a:pt x="547095" y="8118"/>
                </a:lnTo>
                <a:lnTo>
                  <a:pt x="558989" y="7641"/>
                </a:lnTo>
                <a:lnTo>
                  <a:pt x="570882" y="7795"/>
                </a:lnTo>
                <a:lnTo>
                  <a:pt x="582776" y="8579"/>
                </a:lnTo>
                <a:lnTo>
                  <a:pt x="594669" y="9988"/>
                </a:lnTo>
                <a:lnTo>
                  <a:pt x="606562" y="12011"/>
                </a:lnTo>
                <a:lnTo>
                  <a:pt x="618456" y="14634"/>
                </a:lnTo>
                <a:lnTo>
                  <a:pt x="630349" y="17838"/>
                </a:lnTo>
                <a:lnTo>
                  <a:pt x="642242" y="21599"/>
                </a:lnTo>
                <a:lnTo>
                  <a:pt x="654136" y="25891"/>
                </a:lnTo>
                <a:lnTo>
                  <a:pt x="666029" y="30683"/>
                </a:lnTo>
                <a:lnTo>
                  <a:pt x="677923" y="35940"/>
                </a:lnTo>
                <a:lnTo>
                  <a:pt x="689816" y="41625"/>
                </a:lnTo>
                <a:lnTo>
                  <a:pt x="701709" y="47695"/>
                </a:lnTo>
                <a:lnTo>
                  <a:pt x="713603" y="54109"/>
                </a:lnTo>
                <a:lnTo>
                  <a:pt x="725496" y="60819"/>
                </a:lnTo>
                <a:lnTo>
                  <a:pt x="737389" y="67776"/>
                </a:lnTo>
                <a:lnTo>
                  <a:pt x="749283" y="74932"/>
                </a:lnTo>
                <a:lnTo>
                  <a:pt x="761176" y="82235"/>
                </a:lnTo>
                <a:lnTo>
                  <a:pt x="773070" y="89631"/>
                </a:lnTo>
                <a:lnTo>
                  <a:pt x="784963" y="97067"/>
                </a:lnTo>
                <a:lnTo>
                  <a:pt x="796856" y="104490"/>
                </a:lnTo>
                <a:lnTo>
                  <a:pt x="808750" y="111847"/>
                </a:lnTo>
                <a:lnTo>
                  <a:pt x="820643" y="119084"/>
                </a:lnTo>
                <a:lnTo>
                  <a:pt x="832536" y="126150"/>
                </a:lnTo>
                <a:lnTo>
                  <a:pt x="844430" y="132993"/>
                </a:lnTo>
                <a:lnTo>
                  <a:pt x="856323" y="139564"/>
                </a:lnTo>
                <a:lnTo>
                  <a:pt x="868217" y="145815"/>
                </a:lnTo>
                <a:lnTo>
                  <a:pt x="880110" y="151703"/>
                </a:lnTo>
              </a:path>
            </a:pathLst>
          </a:custGeom>
          <a:noFill/>
          <a:ln w="38100">
            <a:solidFill>
              <a:srgbClr val="191919"/>
            </a:solidFill>
          </a:ln>
        </p:spPr>
      </p:sp>
      <p:sp>
        <p:nvSpPr>
          <p:cNvPr id="13" name="curved line">
            <a:extLst>
              <a:ext uri="{FF2B5EF4-FFF2-40B4-BE49-F238E27FC236}">
                <ns2:creationId id="{0781F692-386B-4488-B567-CAC9CC92F8B2}"/>
              </a:ext>
            </a:extLst>
          </p:cNvPr>
          <p:cNvSpPr>
            <a:spLocks noGrp="1"/>
          </p:cNvSpPr>
          <p:nvPr/>
        </p:nvSpPr>
        <p:spPr>
          <a:xfrm>
            <a:off x="6572250" y="2359819"/>
            <a:ext cx="880110" cy="266700"/>
          </a:xfrm>
          <a:custGeom>
            <a:pathLst>
              <a:path w="880110" h="266700">
                <a:moveTo>
                  <a:pt x="0" y="212384"/>
                </a:moveTo>
                <a:lnTo>
                  <a:pt x="11893" y="220057"/>
                </a:lnTo>
                <a:lnTo>
                  <a:pt x="23787" y="227105"/>
                </a:lnTo>
                <a:lnTo>
                  <a:pt x="35680" y="233477"/>
                </a:lnTo>
                <a:lnTo>
                  <a:pt x="47574" y="239129"/>
                </a:lnTo>
                <a:lnTo>
                  <a:pt x="59467" y="244018"/>
                </a:lnTo>
                <a:lnTo>
                  <a:pt x="71360" y="248109"/>
                </a:lnTo>
                <a:lnTo>
                  <a:pt x="83254" y="251374"/>
                </a:lnTo>
                <a:lnTo>
                  <a:pt x="95147" y="253789"/>
                </a:lnTo>
                <a:lnTo>
                  <a:pt x="107040" y="255335"/>
                </a:lnTo>
                <a:lnTo>
                  <a:pt x="118934" y="256003"/>
                </a:lnTo>
                <a:lnTo>
                  <a:pt x="130827" y="255787"/>
                </a:lnTo>
                <a:lnTo>
                  <a:pt x="142721" y="254689"/>
                </a:lnTo>
                <a:lnTo>
                  <a:pt x="154614" y="252717"/>
                </a:lnTo>
                <a:lnTo>
                  <a:pt x="166507" y="249884"/>
                </a:lnTo>
                <a:lnTo>
                  <a:pt x="178401" y="246212"/>
                </a:lnTo>
                <a:lnTo>
                  <a:pt x="190294" y="241727"/>
                </a:lnTo>
                <a:lnTo>
                  <a:pt x="202187" y="236461"/>
                </a:lnTo>
                <a:lnTo>
                  <a:pt x="214081" y="230452"/>
                </a:lnTo>
                <a:lnTo>
                  <a:pt x="225974" y="223744"/>
                </a:lnTo>
                <a:lnTo>
                  <a:pt x="237868" y="216384"/>
                </a:lnTo>
                <a:lnTo>
                  <a:pt x="249761" y="208426"/>
                </a:lnTo>
                <a:lnTo>
                  <a:pt x="261654" y="199926"/>
                </a:lnTo>
                <a:lnTo>
                  <a:pt x="273548" y="190948"/>
                </a:lnTo>
                <a:lnTo>
                  <a:pt x="285441" y="181554"/>
                </a:lnTo>
                <a:lnTo>
                  <a:pt x="297334" y="171813"/>
                </a:lnTo>
                <a:lnTo>
                  <a:pt x="309228" y="161795"/>
                </a:lnTo>
                <a:lnTo>
                  <a:pt x="321121" y="151572"/>
                </a:lnTo>
                <a:lnTo>
                  <a:pt x="333015" y="141217"/>
                </a:lnTo>
                <a:lnTo>
                  <a:pt x="344908" y="130806"/>
                </a:lnTo>
                <a:lnTo>
                  <a:pt x="356801" y="120413"/>
                </a:lnTo>
                <a:lnTo>
                  <a:pt x="368695" y="110114"/>
                </a:lnTo>
                <a:lnTo>
                  <a:pt x="380588" y="99982"/>
                </a:lnTo>
                <a:lnTo>
                  <a:pt x="392481" y="90090"/>
                </a:lnTo>
                <a:lnTo>
                  <a:pt x="404375" y="80510"/>
                </a:lnTo>
                <a:lnTo>
                  <a:pt x="416268" y="71311"/>
                </a:lnTo>
                <a:lnTo>
                  <a:pt x="428162" y="62558"/>
                </a:lnTo>
                <a:lnTo>
                  <a:pt x="440055" y="54316"/>
                </a:lnTo>
                <a:lnTo>
                  <a:pt x="451948" y="46643"/>
                </a:lnTo>
                <a:lnTo>
                  <a:pt x="463842" y="39595"/>
                </a:lnTo>
                <a:lnTo>
                  <a:pt x="475735" y="33223"/>
                </a:lnTo>
                <a:lnTo>
                  <a:pt x="487629" y="27571"/>
                </a:lnTo>
                <a:lnTo>
                  <a:pt x="499522" y="22682"/>
                </a:lnTo>
                <a:lnTo>
                  <a:pt x="511415" y="18591"/>
                </a:lnTo>
                <a:lnTo>
                  <a:pt x="523309" y="15326"/>
                </a:lnTo>
                <a:lnTo>
                  <a:pt x="535202" y="12911"/>
                </a:lnTo>
                <a:lnTo>
                  <a:pt x="547095" y="11365"/>
                </a:lnTo>
                <a:lnTo>
                  <a:pt x="558989" y="10697"/>
                </a:lnTo>
                <a:lnTo>
                  <a:pt x="570882" y="10913"/>
                </a:lnTo>
                <a:lnTo>
                  <a:pt x="582776" y="12011"/>
                </a:lnTo>
                <a:lnTo>
                  <a:pt x="594669" y="13983"/>
                </a:lnTo>
                <a:lnTo>
                  <a:pt x="606562" y="16816"/>
                </a:lnTo>
                <a:lnTo>
                  <a:pt x="618456" y="20488"/>
                </a:lnTo>
                <a:lnTo>
                  <a:pt x="630349" y="24973"/>
                </a:lnTo>
                <a:lnTo>
                  <a:pt x="642242" y="30239"/>
                </a:lnTo>
                <a:lnTo>
                  <a:pt x="654136" y="36248"/>
                </a:lnTo>
                <a:lnTo>
                  <a:pt x="666029" y="42956"/>
                </a:lnTo>
                <a:lnTo>
                  <a:pt x="677923" y="50316"/>
                </a:lnTo>
                <a:lnTo>
                  <a:pt x="689816" y="58274"/>
                </a:lnTo>
                <a:lnTo>
                  <a:pt x="701709" y="66774"/>
                </a:lnTo>
                <a:lnTo>
                  <a:pt x="713603" y="75752"/>
                </a:lnTo>
                <a:lnTo>
                  <a:pt x="725496" y="85146"/>
                </a:lnTo>
                <a:lnTo>
                  <a:pt x="737389" y="94887"/>
                </a:lnTo>
                <a:lnTo>
                  <a:pt x="749283" y="104905"/>
                </a:lnTo>
                <a:lnTo>
                  <a:pt x="761176" y="115128"/>
                </a:lnTo>
                <a:lnTo>
                  <a:pt x="773070" y="125483"/>
                </a:lnTo>
                <a:lnTo>
                  <a:pt x="784963" y="135894"/>
                </a:lnTo>
                <a:lnTo>
                  <a:pt x="796856" y="146287"/>
                </a:lnTo>
                <a:lnTo>
                  <a:pt x="808750" y="156586"/>
                </a:lnTo>
                <a:lnTo>
                  <a:pt x="820643" y="166718"/>
                </a:lnTo>
                <a:lnTo>
                  <a:pt x="832536" y="176610"/>
                </a:lnTo>
                <a:lnTo>
                  <a:pt x="844430" y="186190"/>
                </a:lnTo>
                <a:lnTo>
                  <a:pt x="856323" y="195389"/>
                </a:lnTo>
                <a:lnTo>
                  <a:pt x="868217" y="204142"/>
                </a:lnTo>
                <a:lnTo>
                  <a:pt x="880110" y="212384"/>
                </a:lnTo>
              </a:path>
            </a:pathLst>
          </a:custGeom>
          <a:noFill/>
          <a:ln w="38100">
            <a:solidFill>
              <a:srgbClr val="191919"/>
            </a:solidFill>
          </a:ln>
        </p:spPr>
      </p:sp>
      <p:sp>
        <p:nvSpPr>
          <p:cNvPr id="14" name="curved line">
            <a:extLst>
              <a:ext uri="{FF2B5EF4-FFF2-40B4-BE49-F238E27FC236}">
                <ns2:creationId id="{647D66F5-F55A-40E1-ACBD-56EF6F86B48D}"/>
              </a:ext>
            </a:extLst>
          </p:cNvPr>
          <p:cNvSpPr>
            <a:spLocks noGrp="1"/>
          </p:cNvSpPr>
          <p:nvPr/>
        </p:nvSpPr>
        <p:spPr>
          <a:xfrm>
            <a:off x="7661910" y="2359819"/>
            <a:ext cx="880110" cy="266700"/>
          </a:xfrm>
          <a:custGeom>
            <a:pathLst>
              <a:path w="880110" h="266700">
                <a:moveTo>
                  <a:pt x="0" y="254247"/>
                </a:moveTo>
                <a:lnTo>
                  <a:pt x="11893" y="255580"/>
                </a:lnTo>
                <a:lnTo>
                  <a:pt x="23787" y="256032"/>
                </a:lnTo>
                <a:lnTo>
                  <a:pt x="35680" y="255600"/>
                </a:lnTo>
                <a:lnTo>
                  <a:pt x="47574" y="254288"/>
                </a:lnTo>
                <a:lnTo>
                  <a:pt x="59467" y="252104"/>
                </a:lnTo>
                <a:lnTo>
                  <a:pt x="71360" y="249064"/>
                </a:lnTo>
                <a:lnTo>
                  <a:pt x="83254" y="245191"/>
                </a:lnTo>
                <a:lnTo>
                  <a:pt x="95147" y="240512"/>
                </a:lnTo>
                <a:lnTo>
                  <a:pt x="107040" y="235061"/>
                </a:lnTo>
                <a:lnTo>
                  <a:pt x="118934" y="228877"/>
                </a:lnTo>
                <a:lnTo>
                  <a:pt x="130827" y="222004"/>
                </a:lnTo>
                <a:lnTo>
                  <a:pt x="142721" y="214493"/>
                </a:lnTo>
                <a:lnTo>
                  <a:pt x="154614" y="206397"/>
                </a:lnTo>
                <a:lnTo>
                  <a:pt x="166507" y="197775"/>
                </a:lnTo>
                <a:lnTo>
                  <a:pt x="178401" y="188689"/>
                </a:lnTo>
                <a:lnTo>
                  <a:pt x="190294" y="179204"/>
                </a:lnTo>
                <a:lnTo>
                  <a:pt x="202187" y="169389"/>
                </a:lnTo>
                <a:lnTo>
                  <a:pt x="214081" y="159314"/>
                </a:lnTo>
                <a:lnTo>
                  <a:pt x="225974" y="149052"/>
                </a:lnTo>
                <a:lnTo>
                  <a:pt x="237868" y="138677"/>
                </a:lnTo>
                <a:lnTo>
                  <a:pt x="249761" y="128263"/>
                </a:lnTo>
                <a:lnTo>
                  <a:pt x="261654" y="117887"/>
                </a:lnTo>
                <a:lnTo>
                  <a:pt x="273548" y="107621"/>
                </a:lnTo>
                <a:lnTo>
                  <a:pt x="285441" y="97541"/>
                </a:lnTo>
                <a:lnTo>
                  <a:pt x="297334" y="87719"/>
                </a:lnTo>
                <a:lnTo>
                  <a:pt x="309228" y="78226"/>
                </a:lnTo>
                <a:lnTo>
                  <a:pt x="321121" y="69129"/>
                </a:lnTo>
                <a:lnTo>
                  <a:pt x="333015" y="60496"/>
                </a:lnTo>
                <a:lnTo>
                  <a:pt x="344908" y="52387"/>
                </a:lnTo>
                <a:lnTo>
                  <a:pt x="356801" y="44862"/>
                </a:lnTo>
                <a:lnTo>
                  <a:pt x="368695" y="37975"/>
                </a:lnTo>
                <a:lnTo>
                  <a:pt x="380588" y="31774"/>
                </a:lnTo>
                <a:lnTo>
                  <a:pt x="392481" y="26306"/>
                </a:lnTo>
                <a:lnTo>
                  <a:pt x="404375" y="21608"/>
                </a:lnTo>
                <a:lnTo>
                  <a:pt x="416268" y="17716"/>
                </a:lnTo>
                <a:lnTo>
                  <a:pt x="428162" y="14657"/>
                </a:lnTo>
                <a:lnTo>
                  <a:pt x="440055" y="12453"/>
                </a:lnTo>
                <a:lnTo>
                  <a:pt x="451948" y="11120"/>
                </a:lnTo>
                <a:lnTo>
                  <a:pt x="463842" y="10668"/>
                </a:lnTo>
                <a:lnTo>
                  <a:pt x="475735" y="11100"/>
                </a:lnTo>
                <a:lnTo>
                  <a:pt x="487629" y="12412"/>
                </a:lnTo>
                <a:lnTo>
                  <a:pt x="499522" y="14596"/>
                </a:lnTo>
                <a:lnTo>
                  <a:pt x="511415" y="17636"/>
                </a:lnTo>
                <a:lnTo>
                  <a:pt x="523309" y="21509"/>
                </a:lnTo>
                <a:lnTo>
                  <a:pt x="535202" y="26188"/>
                </a:lnTo>
                <a:lnTo>
                  <a:pt x="547095" y="31639"/>
                </a:lnTo>
                <a:lnTo>
                  <a:pt x="558989" y="37823"/>
                </a:lnTo>
                <a:lnTo>
                  <a:pt x="570882" y="44696"/>
                </a:lnTo>
                <a:lnTo>
                  <a:pt x="582776" y="52207"/>
                </a:lnTo>
                <a:lnTo>
                  <a:pt x="594669" y="60303"/>
                </a:lnTo>
                <a:lnTo>
                  <a:pt x="606562" y="68925"/>
                </a:lnTo>
                <a:lnTo>
                  <a:pt x="618456" y="78011"/>
                </a:lnTo>
                <a:lnTo>
                  <a:pt x="630349" y="87496"/>
                </a:lnTo>
                <a:lnTo>
                  <a:pt x="642242" y="97311"/>
                </a:lnTo>
                <a:lnTo>
                  <a:pt x="654136" y="107386"/>
                </a:lnTo>
                <a:lnTo>
                  <a:pt x="666029" y="117648"/>
                </a:lnTo>
                <a:lnTo>
                  <a:pt x="677923" y="128023"/>
                </a:lnTo>
                <a:lnTo>
                  <a:pt x="689816" y="138437"/>
                </a:lnTo>
                <a:lnTo>
                  <a:pt x="701709" y="148813"/>
                </a:lnTo>
                <a:lnTo>
                  <a:pt x="713603" y="159079"/>
                </a:lnTo>
                <a:lnTo>
                  <a:pt x="725496" y="169159"/>
                </a:lnTo>
                <a:lnTo>
                  <a:pt x="737389" y="178981"/>
                </a:lnTo>
                <a:lnTo>
                  <a:pt x="749283" y="188474"/>
                </a:lnTo>
                <a:lnTo>
                  <a:pt x="761176" y="197571"/>
                </a:lnTo>
                <a:lnTo>
                  <a:pt x="773070" y="206204"/>
                </a:lnTo>
                <a:lnTo>
                  <a:pt x="784963" y="214313"/>
                </a:lnTo>
                <a:lnTo>
                  <a:pt x="796856" y="221838"/>
                </a:lnTo>
                <a:lnTo>
                  <a:pt x="808750" y="228725"/>
                </a:lnTo>
                <a:lnTo>
                  <a:pt x="820643" y="234926"/>
                </a:lnTo>
                <a:lnTo>
                  <a:pt x="832536" y="240394"/>
                </a:lnTo>
                <a:lnTo>
                  <a:pt x="844430" y="245092"/>
                </a:lnTo>
                <a:lnTo>
                  <a:pt x="856323" y="248984"/>
                </a:lnTo>
                <a:lnTo>
                  <a:pt x="868217" y="252043"/>
                </a:lnTo>
                <a:lnTo>
                  <a:pt x="880110" y="254247"/>
                </a:lnTo>
              </a:path>
            </a:pathLst>
          </a:custGeom>
          <a:noFill/>
          <a:ln w="38100">
            <a:solidFill>
              <a:srgbClr val="191919"/>
            </a:solidFill>
          </a:ln>
        </p:spPr>
      </p:sp>
      <p:sp>
        <p:nvSpPr>
          <p:cNvPr id="15" name="curved line">
            <a:extLst>
              <a:ext uri="{FF2B5EF4-FFF2-40B4-BE49-F238E27FC236}">
                <ns2:creationId id="{9EB30AD0-6912-4501-9417-777EF584664B}"/>
              </a:ext>
            </a:extLst>
          </p:cNvPr>
          <p:cNvSpPr>
            <a:spLocks noGrp="1"/>
          </p:cNvSpPr>
          <p:nvPr/>
        </p:nvSpPr>
        <p:spPr>
          <a:xfrm>
            <a:off x="6496050" y="2681288"/>
            <a:ext cx="880110" cy="190500"/>
          </a:xfrm>
          <a:custGeom>
            <a:pathLst>
              <a:path w="880110" h="190500">
                <a:moveTo>
                  <a:pt x="0" y="181605"/>
                </a:moveTo>
                <a:lnTo>
                  <a:pt x="11893" y="182557"/>
                </a:lnTo>
                <a:lnTo>
                  <a:pt x="23787" y="182880"/>
                </a:lnTo>
                <a:lnTo>
                  <a:pt x="35680" y="182572"/>
                </a:lnTo>
                <a:lnTo>
                  <a:pt x="47574" y="181634"/>
                </a:lnTo>
                <a:lnTo>
                  <a:pt x="59467" y="180074"/>
                </a:lnTo>
                <a:lnTo>
                  <a:pt x="71360" y="177903"/>
                </a:lnTo>
                <a:lnTo>
                  <a:pt x="83254" y="175136"/>
                </a:lnTo>
                <a:lnTo>
                  <a:pt x="95147" y="171794"/>
                </a:lnTo>
                <a:lnTo>
                  <a:pt x="107040" y="167900"/>
                </a:lnTo>
                <a:lnTo>
                  <a:pt x="118934" y="163483"/>
                </a:lnTo>
                <a:lnTo>
                  <a:pt x="130827" y="158574"/>
                </a:lnTo>
                <a:lnTo>
                  <a:pt x="142721" y="153209"/>
                </a:lnTo>
                <a:lnTo>
                  <a:pt x="154614" y="147427"/>
                </a:lnTo>
                <a:lnTo>
                  <a:pt x="166507" y="141268"/>
                </a:lnTo>
                <a:lnTo>
                  <a:pt x="178401" y="134778"/>
                </a:lnTo>
                <a:lnTo>
                  <a:pt x="190294" y="128003"/>
                </a:lnTo>
                <a:lnTo>
                  <a:pt x="202187" y="120992"/>
                </a:lnTo>
                <a:lnTo>
                  <a:pt x="214081" y="113796"/>
                </a:lnTo>
                <a:lnTo>
                  <a:pt x="225974" y="106466"/>
                </a:lnTo>
                <a:lnTo>
                  <a:pt x="237868" y="99055"/>
                </a:lnTo>
                <a:lnTo>
                  <a:pt x="249761" y="91617"/>
                </a:lnTo>
                <a:lnTo>
                  <a:pt x="261654" y="84205"/>
                </a:lnTo>
                <a:lnTo>
                  <a:pt x="273548" y="76872"/>
                </a:lnTo>
                <a:lnTo>
                  <a:pt x="285441" y="69672"/>
                </a:lnTo>
                <a:lnTo>
                  <a:pt x="297334" y="62656"/>
                </a:lnTo>
                <a:lnTo>
                  <a:pt x="309228" y="55875"/>
                </a:lnTo>
                <a:lnTo>
                  <a:pt x="321121" y="49378"/>
                </a:lnTo>
                <a:lnTo>
                  <a:pt x="333015" y="43211"/>
                </a:lnTo>
                <a:lnTo>
                  <a:pt x="344908" y="37420"/>
                </a:lnTo>
                <a:lnTo>
                  <a:pt x="356801" y="32044"/>
                </a:lnTo>
                <a:lnTo>
                  <a:pt x="368695" y="27125"/>
                </a:lnTo>
                <a:lnTo>
                  <a:pt x="380588" y="22696"/>
                </a:lnTo>
                <a:lnTo>
                  <a:pt x="392481" y="18790"/>
                </a:lnTo>
                <a:lnTo>
                  <a:pt x="404375" y="15434"/>
                </a:lnTo>
                <a:lnTo>
                  <a:pt x="416268" y="12654"/>
                </a:lnTo>
                <a:lnTo>
                  <a:pt x="428162" y="10469"/>
                </a:lnTo>
                <a:lnTo>
                  <a:pt x="440055" y="8895"/>
                </a:lnTo>
                <a:lnTo>
                  <a:pt x="451948" y="7943"/>
                </a:lnTo>
                <a:lnTo>
                  <a:pt x="463842" y="7620"/>
                </a:lnTo>
                <a:lnTo>
                  <a:pt x="475735" y="7928"/>
                </a:lnTo>
                <a:lnTo>
                  <a:pt x="487629" y="8866"/>
                </a:lnTo>
                <a:lnTo>
                  <a:pt x="499522" y="10426"/>
                </a:lnTo>
                <a:lnTo>
                  <a:pt x="511415" y="12597"/>
                </a:lnTo>
                <a:lnTo>
                  <a:pt x="523309" y="15364"/>
                </a:lnTo>
                <a:lnTo>
                  <a:pt x="535202" y="18706"/>
                </a:lnTo>
                <a:lnTo>
                  <a:pt x="547095" y="22600"/>
                </a:lnTo>
                <a:lnTo>
                  <a:pt x="558989" y="27017"/>
                </a:lnTo>
                <a:lnTo>
                  <a:pt x="570882" y="31926"/>
                </a:lnTo>
                <a:lnTo>
                  <a:pt x="582776" y="37291"/>
                </a:lnTo>
                <a:lnTo>
                  <a:pt x="594669" y="43073"/>
                </a:lnTo>
                <a:lnTo>
                  <a:pt x="606562" y="49232"/>
                </a:lnTo>
                <a:lnTo>
                  <a:pt x="618456" y="55722"/>
                </a:lnTo>
                <a:lnTo>
                  <a:pt x="630349" y="62497"/>
                </a:lnTo>
                <a:lnTo>
                  <a:pt x="642242" y="69508"/>
                </a:lnTo>
                <a:lnTo>
                  <a:pt x="654136" y="76704"/>
                </a:lnTo>
                <a:lnTo>
                  <a:pt x="666029" y="84034"/>
                </a:lnTo>
                <a:lnTo>
                  <a:pt x="677923" y="91445"/>
                </a:lnTo>
                <a:lnTo>
                  <a:pt x="689816" y="98883"/>
                </a:lnTo>
                <a:lnTo>
                  <a:pt x="701709" y="106295"/>
                </a:lnTo>
                <a:lnTo>
                  <a:pt x="713603" y="113628"/>
                </a:lnTo>
                <a:lnTo>
                  <a:pt x="725496" y="120828"/>
                </a:lnTo>
                <a:lnTo>
                  <a:pt x="737389" y="127844"/>
                </a:lnTo>
                <a:lnTo>
                  <a:pt x="749283" y="134625"/>
                </a:lnTo>
                <a:lnTo>
                  <a:pt x="761176" y="141122"/>
                </a:lnTo>
                <a:lnTo>
                  <a:pt x="773070" y="147289"/>
                </a:lnTo>
                <a:lnTo>
                  <a:pt x="784963" y="153080"/>
                </a:lnTo>
                <a:lnTo>
                  <a:pt x="796856" y="158456"/>
                </a:lnTo>
                <a:lnTo>
                  <a:pt x="808750" y="163375"/>
                </a:lnTo>
                <a:lnTo>
                  <a:pt x="820643" y="167804"/>
                </a:lnTo>
                <a:lnTo>
                  <a:pt x="832536" y="171710"/>
                </a:lnTo>
                <a:lnTo>
                  <a:pt x="844430" y="175066"/>
                </a:lnTo>
                <a:lnTo>
                  <a:pt x="856323" y="177846"/>
                </a:lnTo>
                <a:lnTo>
                  <a:pt x="868217" y="180031"/>
                </a:lnTo>
                <a:lnTo>
                  <a:pt x="880110" y="181605"/>
                </a:lnTo>
              </a:path>
            </a:pathLst>
          </a:custGeom>
          <a:noFill/>
          <a:ln w="38100">
            <a:solidFill>
              <a:srgbClr val="191919"/>
            </a:solidFill>
          </a:ln>
        </p:spPr>
      </p:sp>
      <p:sp>
        <p:nvSpPr>
          <p:cNvPr id="16" name="curved line">
            <a:extLst>
              <a:ext uri="{FF2B5EF4-FFF2-40B4-BE49-F238E27FC236}">
                <ns2:creationId id="{66E3C5CD-599D-4779-AA5E-B471402C03D9}"/>
              </a:ext>
            </a:extLst>
          </p:cNvPr>
          <p:cNvSpPr>
            <a:spLocks noGrp="1"/>
          </p:cNvSpPr>
          <p:nvPr/>
        </p:nvSpPr>
        <p:spPr>
          <a:xfrm>
            <a:off x="7585710" y="2681288"/>
            <a:ext cx="880110" cy="190500"/>
          </a:xfrm>
          <a:custGeom>
            <a:pathLst>
              <a:path w="880110" h="190500">
                <a:moveTo>
                  <a:pt x="0" y="170893"/>
                </a:moveTo>
                <a:lnTo>
                  <a:pt x="11893" y="166869"/>
                </a:lnTo>
                <a:lnTo>
                  <a:pt x="23787" y="162328"/>
                </a:lnTo>
                <a:lnTo>
                  <a:pt x="35680" y="157305"/>
                </a:lnTo>
                <a:lnTo>
                  <a:pt x="47574" y="151834"/>
                </a:lnTo>
                <a:lnTo>
                  <a:pt x="59467" y="145956"/>
                </a:lnTo>
                <a:lnTo>
                  <a:pt x="71360" y="139712"/>
                </a:lnTo>
                <a:lnTo>
                  <a:pt x="83254" y="133148"/>
                </a:lnTo>
                <a:lnTo>
                  <a:pt x="95147" y="126311"/>
                </a:lnTo>
                <a:lnTo>
                  <a:pt x="107040" y="119250"/>
                </a:lnTo>
                <a:lnTo>
                  <a:pt x="118934" y="112016"/>
                </a:lnTo>
                <a:lnTo>
                  <a:pt x="130827" y="104661"/>
                </a:lnTo>
                <a:lnTo>
                  <a:pt x="142721" y="97239"/>
                </a:lnTo>
                <a:lnTo>
                  <a:pt x="154614" y="89802"/>
                </a:lnTo>
                <a:lnTo>
                  <a:pt x="166507" y="82404"/>
                </a:lnTo>
                <a:lnTo>
                  <a:pt x="178401" y="75100"/>
                </a:lnTo>
                <a:lnTo>
                  <a:pt x="190294" y="67940"/>
                </a:lnTo>
                <a:lnTo>
                  <a:pt x="202187" y="60977"/>
                </a:lnTo>
                <a:lnTo>
                  <a:pt x="214081" y="54261"/>
                </a:lnTo>
                <a:lnTo>
                  <a:pt x="225974" y="47840"/>
                </a:lnTo>
                <a:lnTo>
                  <a:pt x="237868" y="41761"/>
                </a:lnTo>
                <a:lnTo>
                  <a:pt x="249761" y="36067"/>
                </a:lnTo>
                <a:lnTo>
                  <a:pt x="261654" y="30800"/>
                </a:lnTo>
                <a:lnTo>
                  <a:pt x="273548" y="25997"/>
                </a:lnTo>
                <a:lnTo>
                  <a:pt x="285441" y="21692"/>
                </a:lnTo>
                <a:lnTo>
                  <a:pt x="297334" y="17918"/>
                </a:lnTo>
                <a:lnTo>
                  <a:pt x="309228" y="14702"/>
                </a:lnTo>
                <a:lnTo>
                  <a:pt x="321121" y="12065"/>
                </a:lnTo>
                <a:lnTo>
                  <a:pt x="333015" y="10028"/>
                </a:lnTo>
                <a:lnTo>
                  <a:pt x="344908" y="8605"/>
                </a:lnTo>
                <a:lnTo>
                  <a:pt x="356801" y="7806"/>
                </a:lnTo>
                <a:lnTo>
                  <a:pt x="368695" y="7637"/>
                </a:lnTo>
                <a:lnTo>
                  <a:pt x="380588" y="8100"/>
                </a:lnTo>
                <a:lnTo>
                  <a:pt x="392481" y="9190"/>
                </a:lnTo>
                <a:lnTo>
                  <a:pt x="404375" y="10900"/>
                </a:lnTo>
                <a:lnTo>
                  <a:pt x="416268" y="13218"/>
                </a:lnTo>
                <a:lnTo>
                  <a:pt x="428162" y="16128"/>
                </a:lnTo>
                <a:lnTo>
                  <a:pt x="440055" y="19607"/>
                </a:lnTo>
                <a:lnTo>
                  <a:pt x="451948" y="23631"/>
                </a:lnTo>
                <a:lnTo>
                  <a:pt x="463842" y="28172"/>
                </a:lnTo>
                <a:lnTo>
                  <a:pt x="475735" y="33195"/>
                </a:lnTo>
                <a:lnTo>
                  <a:pt x="487629" y="38666"/>
                </a:lnTo>
                <a:lnTo>
                  <a:pt x="499522" y="44544"/>
                </a:lnTo>
                <a:lnTo>
                  <a:pt x="511415" y="50788"/>
                </a:lnTo>
                <a:lnTo>
                  <a:pt x="523309" y="57352"/>
                </a:lnTo>
                <a:lnTo>
                  <a:pt x="535202" y="64189"/>
                </a:lnTo>
                <a:lnTo>
                  <a:pt x="547095" y="71250"/>
                </a:lnTo>
                <a:lnTo>
                  <a:pt x="558989" y="78484"/>
                </a:lnTo>
                <a:lnTo>
                  <a:pt x="570882" y="85839"/>
                </a:lnTo>
                <a:lnTo>
                  <a:pt x="582776" y="93261"/>
                </a:lnTo>
                <a:lnTo>
                  <a:pt x="594669" y="100698"/>
                </a:lnTo>
                <a:lnTo>
                  <a:pt x="606562" y="108096"/>
                </a:lnTo>
                <a:lnTo>
                  <a:pt x="618456" y="115400"/>
                </a:lnTo>
                <a:lnTo>
                  <a:pt x="630349" y="122560"/>
                </a:lnTo>
                <a:lnTo>
                  <a:pt x="642242" y="129523"/>
                </a:lnTo>
                <a:lnTo>
                  <a:pt x="654136" y="136239"/>
                </a:lnTo>
                <a:lnTo>
                  <a:pt x="666029" y="142660"/>
                </a:lnTo>
                <a:lnTo>
                  <a:pt x="677923" y="148739"/>
                </a:lnTo>
                <a:lnTo>
                  <a:pt x="689816" y="154433"/>
                </a:lnTo>
                <a:lnTo>
                  <a:pt x="701709" y="159700"/>
                </a:lnTo>
                <a:lnTo>
                  <a:pt x="713603" y="164503"/>
                </a:lnTo>
                <a:lnTo>
                  <a:pt x="725496" y="168808"/>
                </a:lnTo>
                <a:lnTo>
                  <a:pt x="737389" y="172582"/>
                </a:lnTo>
                <a:lnTo>
                  <a:pt x="749283" y="175798"/>
                </a:lnTo>
                <a:lnTo>
                  <a:pt x="761176" y="178435"/>
                </a:lnTo>
                <a:lnTo>
                  <a:pt x="773070" y="180472"/>
                </a:lnTo>
                <a:lnTo>
                  <a:pt x="784963" y="181895"/>
                </a:lnTo>
                <a:lnTo>
                  <a:pt x="796856" y="182694"/>
                </a:lnTo>
                <a:lnTo>
                  <a:pt x="808750" y="182863"/>
                </a:lnTo>
                <a:lnTo>
                  <a:pt x="820643" y="182400"/>
                </a:lnTo>
                <a:lnTo>
                  <a:pt x="832536" y="181310"/>
                </a:lnTo>
                <a:lnTo>
                  <a:pt x="844430" y="179600"/>
                </a:lnTo>
                <a:lnTo>
                  <a:pt x="856323" y="177282"/>
                </a:lnTo>
                <a:lnTo>
                  <a:pt x="868217" y="174372"/>
                </a:lnTo>
                <a:lnTo>
                  <a:pt x="880110" y="170893"/>
                </a:lnTo>
              </a:path>
            </a:pathLst>
          </a:custGeom>
          <a:noFill/>
          <a:ln w="38100">
            <a:solidFill>
              <a:srgbClr val="191919"/>
            </a:solidFill>
          </a:ln>
        </p:spPr>
      </p:sp>
      <p:sp>
        <p:nvSpPr>
          <p:cNvPr id="17" name="curved line">
            <a:extLst>
              <a:ext uri="{FF2B5EF4-FFF2-40B4-BE49-F238E27FC236}">
                <ns2:creationId id="{853056BE-6033-4D58-AE75-CF42346A3009}"/>
              </a:ext>
            </a:extLst>
          </p:cNvPr>
          <p:cNvSpPr>
            <a:spLocks noGrp="1"/>
          </p:cNvSpPr>
          <p:nvPr/>
        </p:nvSpPr>
        <p:spPr>
          <a:xfrm>
            <a:off x="6572250" y="3002756"/>
            <a:ext cx="880110" cy="266700"/>
          </a:xfrm>
          <a:custGeom>
            <a:pathLst>
              <a:path w="880110" h="266700">
                <a:moveTo>
                  <a:pt x="0" y="239250"/>
                </a:moveTo>
                <a:lnTo>
                  <a:pt x="11893" y="233616"/>
                </a:lnTo>
                <a:lnTo>
                  <a:pt x="23787" y="227260"/>
                </a:lnTo>
                <a:lnTo>
                  <a:pt x="35680" y="220227"/>
                </a:lnTo>
                <a:lnTo>
                  <a:pt x="47574" y="212568"/>
                </a:lnTo>
                <a:lnTo>
                  <a:pt x="59467" y="204338"/>
                </a:lnTo>
                <a:lnTo>
                  <a:pt x="71360" y="195597"/>
                </a:lnTo>
                <a:lnTo>
                  <a:pt x="83254" y="186407"/>
                </a:lnTo>
                <a:lnTo>
                  <a:pt x="95147" y="176835"/>
                </a:lnTo>
                <a:lnTo>
                  <a:pt x="107040" y="166950"/>
                </a:lnTo>
                <a:lnTo>
                  <a:pt x="118934" y="156822"/>
                </a:lnTo>
                <a:lnTo>
                  <a:pt x="130827" y="146526"/>
                </a:lnTo>
                <a:lnTo>
                  <a:pt x="142721" y="136134"/>
                </a:lnTo>
                <a:lnTo>
                  <a:pt x="154614" y="125723"/>
                </a:lnTo>
                <a:lnTo>
                  <a:pt x="166507" y="115366"/>
                </a:lnTo>
                <a:lnTo>
                  <a:pt x="178401" y="105139"/>
                </a:lnTo>
                <a:lnTo>
                  <a:pt x="190294" y="95116"/>
                </a:lnTo>
                <a:lnTo>
                  <a:pt x="202187" y="85367"/>
                </a:lnTo>
                <a:lnTo>
                  <a:pt x="214081" y="75965"/>
                </a:lnTo>
                <a:lnTo>
                  <a:pt x="225974" y="66976"/>
                </a:lnTo>
                <a:lnTo>
                  <a:pt x="237868" y="58465"/>
                </a:lnTo>
                <a:lnTo>
                  <a:pt x="249761" y="50494"/>
                </a:lnTo>
                <a:lnTo>
                  <a:pt x="261654" y="43119"/>
                </a:lnTo>
                <a:lnTo>
                  <a:pt x="273548" y="36395"/>
                </a:lnTo>
                <a:lnTo>
                  <a:pt x="285441" y="30369"/>
                </a:lnTo>
                <a:lnTo>
                  <a:pt x="297334" y="25086"/>
                </a:lnTo>
                <a:lnTo>
                  <a:pt x="309228" y="20582"/>
                </a:lnTo>
                <a:lnTo>
                  <a:pt x="321121" y="16891"/>
                </a:lnTo>
                <a:lnTo>
                  <a:pt x="333015" y="14039"/>
                </a:lnTo>
                <a:lnTo>
                  <a:pt x="344908" y="12047"/>
                </a:lnTo>
                <a:lnTo>
                  <a:pt x="356801" y="10928"/>
                </a:lnTo>
                <a:lnTo>
                  <a:pt x="368695" y="10692"/>
                </a:lnTo>
                <a:lnTo>
                  <a:pt x="380588" y="11339"/>
                </a:lnTo>
                <a:lnTo>
                  <a:pt x="392481" y="12866"/>
                </a:lnTo>
                <a:lnTo>
                  <a:pt x="404375" y="15260"/>
                </a:lnTo>
                <a:lnTo>
                  <a:pt x="416268" y="18506"/>
                </a:lnTo>
                <a:lnTo>
                  <a:pt x="428162" y="22579"/>
                </a:lnTo>
                <a:lnTo>
                  <a:pt x="440055" y="27450"/>
                </a:lnTo>
                <a:lnTo>
                  <a:pt x="451948" y="33084"/>
                </a:lnTo>
                <a:lnTo>
                  <a:pt x="463842" y="39440"/>
                </a:lnTo>
                <a:lnTo>
                  <a:pt x="475735" y="46473"/>
                </a:lnTo>
                <a:lnTo>
                  <a:pt x="487629" y="54132"/>
                </a:lnTo>
                <a:lnTo>
                  <a:pt x="499522" y="62362"/>
                </a:lnTo>
                <a:lnTo>
                  <a:pt x="511415" y="71103"/>
                </a:lnTo>
                <a:lnTo>
                  <a:pt x="523309" y="80293"/>
                </a:lnTo>
                <a:lnTo>
                  <a:pt x="535202" y="89865"/>
                </a:lnTo>
                <a:lnTo>
                  <a:pt x="547095" y="99750"/>
                </a:lnTo>
                <a:lnTo>
                  <a:pt x="558989" y="109878"/>
                </a:lnTo>
                <a:lnTo>
                  <a:pt x="570882" y="120174"/>
                </a:lnTo>
                <a:lnTo>
                  <a:pt x="582776" y="130566"/>
                </a:lnTo>
                <a:lnTo>
                  <a:pt x="594669" y="140977"/>
                </a:lnTo>
                <a:lnTo>
                  <a:pt x="606562" y="151334"/>
                </a:lnTo>
                <a:lnTo>
                  <a:pt x="618456" y="161561"/>
                </a:lnTo>
                <a:lnTo>
                  <a:pt x="630349" y="171584"/>
                </a:lnTo>
                <a:lnTo>
                  <a:pt x="642242" y="181333"/>
                </a:lnTo>
                <a:lnTo>
                  <a:pt x="654136" y="190735"/>
                </a:lnTo>
                <a:lnTo>
                  <a:pt x="666029" y="199724"/>
                </a:lnTo>
                <a:lnTo>
                  <a:pt x="677923" y="208235"/>
                </a:lnTo>
                <a:lnTo>
                  <a:pt x="689816" y="216206"/>
                </a:lnTo>
                <a:lnTo>
                  <a:pt x="701709" y="223581"/>
                </a:lnTo>
                <a:lnTo>
                  <a:pt x="713603" y="230305"/>
                </a:lnTo>
                <a:lnTo>
                  <a:pt x="725496" y="236331"/>
                </a:lnTo>
                <a:lnTo>
                  <a:pt x="737389" y="241614"/>
                </a:lnTo>
                <a:lnTo>
                  <a:pt x="749283" y="246118"/>
                </a:lnTo>
                <a:lnTo>
                  <a:pt x="761176" y="249809"/>
                </a:lnTo>
                <a:lnTo>
                  <a:pt x="773070" y="252661"/>
                </a:lnTo>
                <a:lnTo>
                  <a:pt x="784963" y="254653"/>
                </a:lnTo>
                <a:lnTo>
                  <a:pt x="796856" y="255772"/>
                </a:lnTo>
                <a:lnTo>
                  <a:pt x="808750" y="256008"/>
                </a:lnTo>
                <a:lnTo>
                  <a:pt x="820643" y="255361"/>
                </a:lnTo>
                <a:lnTo>
                  <a:pt x="832536" y="253834"/>
                </a:lnTo>
                <a:lnTo>
                  <a:pt x="844430" y="251440"/>
                </a:lnTo>
                <a:lnTo>
                  <a:pt x="856323" y="248194"/>
                </a:lnTo>
                <a:lnTo>
                  <a:pt x="868217" y="244121"/>
                </a:lnTo>
                <a:lnTo>
                  <a:pt x="880110" y="239250"/>
                </a:lnTo>
              </a:path>
            </a:pathLst>
          </a:custGeom>
          <a:noFill/>
          <a:ln w="38100">
            <a:solidFill>
              <a:srgbClr val="191919"/>
            </a:solidFill>
          </a:ln>
        </p:spPr>
      </p:sp>
      <p:sp>
        <p:nvSpPr>
          <p:cNvPr id="18" name="curved line">
            <a:extLst>
              <a:ext uri="{FF2B5EF4-FFF2-40B4-BE49-F238E27FC236}">
                <ns2:creationId id="{B8CA948D-CB16-4DC4-B6AF-DF9355AB2454}"/>
              </a:ext>
            </a:extLst>
          </p:cNvPr>
          <p:cNvSpPr>
            <a:spLocks noGrp="1"/>
          </p:cNvSpPr>
          <p:nvPr/>
        </p:nvSpPr>
        <p:spPr>
          <a:xfrm>
            <a:off x="7661910" y="3002756"/>
            <a:ext cx="880110" cy="266700"/>
          </a:xfrm>
          <a:custGeom>
            <a:pathLst>
              <a:path w="880110" h="266700">
                <a:moveTo>
                  <a:pt x="0" y="174447"/>
                </a:moveTo>
                <a:lnTo>
                  <a:pt x="11893" y="164496"/>
                </a:lnTo>
                <a:lnTo>
                  <a:pt x="23787" y="154320"/>
                </a:lnTo>
                <a:lnTo>
                  <a:pt x="35680" y="143994"/>
                </a:lnTo>
                <a:lnTo>
                  <a:pt x="47574" y="133591"/>
                </a:lnTo>
                <a:lnTo>
                  <a:pt x="59467" y="123186"/>
                </a:lnTo>
                <a:lnTo>
                  <a:pt x="71360" y="112854"/>
                </a:lnTo>
                <a:lnTo>
                  <a:pt x="83254" y="102670"/>
                </a:lnTo>
                <a:lnTo>
                  <a:pt x="95147" y="92707"/>
                </a:lnTo>
                <a:lnTo>
                  <a:pt x="107040" y="83036"/>
                </a:lnTo>
                <a:lnTo>
                  <a:pt x="118934" y="73729"/>
                </a:lnTo>
                <a:lnTo>
                  <a:pt x="130827" y="64851"/>
                </a:lnTo>
                <a:lnTo>
                  <a:pt x="142721" y="56466"/>
                </a:lnTo>
                <a:lnTo>
                  <a:pt x="154614" y="48635"/>
                </a:lnTo>
                <a:lnTo>
                  <a:pt x="166507" y="41415"/>
                </a:lnTo>
                <a:lnTo>
                  <a:pt x="178401" y="34857"/>
                </a:lnTo>
                <a:lnTo>
                  <a:pt x="190294" y="29009"/>
                </a:lnTo>
                <a:lnTo>
                  <a:pt x="202187" y="23913"/>
                </a:lnTo>
                <a:lnTo>
                  <a:pt x="214081" y="19605"/>
                </a:lnTo>
                <a:lnTo>
                  <a:pt x="225974" y="16116"/>
                </a:lnTo>
                <a:lnTo>
                  <a:pt x="237868" y="13472"/>
                </a:lnTo>
                <a:lnTo>
                  <a:pt x="249761" y="11692"/>
                </a:lnTo>
                <a:lnTo>
                  <a:pt x="261654" y="10789"/>
                </a:lnTo>
                <a:lnTo>
                  <a:pt x="273548" y="10769"/>
                </a:lnTo>
                <a:lnTo>
                  <a:pt x="285441" y="11631"/>
                </a:lnTo>
                <a:lnTo>
                  <a:pt x="297334" y="13371"/>
                </a:lnTo>
                <a:lnTo>
                  <a:pt x="309228" y="15975"/>
                </a:lnTo>
                <a:lnTo>
                  <a:pt x="321121" y="19425"/>
                </a:lnTo>
                <a:lnTo>
                  <a:pt x="333015" y="23696"/>
                </a:lnTo>
                <a:lnTo>
                  <a:pt x="344908" y="28757"/>
                </a:lnTo>
                <a:lnTo>
                  <a:pt x="356801" y="34571"/>
                </a:lnTo>
                <a:lnTo>
                  <a:pt x="368695" y="41097"/>
                </a:lnTo>
                <a:lnTo>
                  <a:pt x="380588" y="48288"/>
                </a:lnTo>
                <a:lnTo>
                  <a:pt x="392481" y="56092"/>
                </a:lnTo>
                <a:lnTo>
                  <a:pt x="404375" y="64452"/>
                </a:lnTo>
                <a:lnTo>
                  <a:pt x="416268" y="73309"/>
                </a:lnTo>
                <a:lnTo>
                  <a:pt x="428162" y="82598"/>
                </a:lnTo>
                <a:lnTo>
                  <a:pt x="440055" y="92253"/>
                </a:lnTo>
                <a:lnTo>
                  <a:pt x="451948" y="102204"/>
                </a:lnTo>
                <a:lnTo>
                  <a:pt x="463842" y="112380"/>
                </a:lnTo>
                <a:lnTo>
                  <a:pt x="475735" y="122706"/>
                </a:lnTo>
                <a:lnTo>
                  <a:pt x="487629" y="133109"/>
                </a:lnTo>
                <a:lnTo>
                  <a:pt x="499522" y="143514"/>
                </a:lnTo>
                <a:lnTo>
                  <a:pt x="511415" y="153846"/>
                </a:lnTo>
                <a:lnTo>
                  <a:pt x="523309" y="164030"/>
                </a:lnTo>
                <a:lnTo>
                  <a:pt x="535202" y="173993"/>
                </a:lnTo>
                <a:lnTo>
                  <a:pt x="547095" y="183664"/>
                </a:lnTo>
                <a:lnTo>
                  <a:pt x="558989" y="192971"/>
                </a:lnTo>
                <a:lnTo>
                  <a:pt x="570882" y="201849"/>
                </a:lnTo>
                <a:lnTo>
                  <a:pt x="582776" y="210234"/>
                </a:lnTo>
                <a:lnTo>
                  <a:pt x="594669" y="218065"/>
                </a:lnTo>
                <a:lnTo>
                  <a:pt x="606562" y="225285"/>
                </a:lnTo>
                <a:lnTo>
                  <a:pt x="618456" y="231843"/>
                </a:lnTo>
                <a:lnTo>
                  <a:pt x="630349" y="237691"/>
                </a:lnTo>
                <a:lnTo>
                  <a:pt x="642242" y="242787"/>
                </a:lnTo>
                <a:lnTo>
                  <a:pt x="654136" y="247095"/>
                </a:lnTo>
                <a:lnTo>
                  <a:pt x="666029" y="250584"/>
                </a:lnTo>
                <a:lnTo>
                  <a:pt x="677923" y="253228"/>
                </a:lnTo>
                <a:lnTo>
                  <a:pt x="689816" y="255008"/>
                </a:lnTo>
                <a:lnTo>
                  <a:pt x="701709" y="255911"/>
                </a:lnTo>
                <a:lnTo>
                  <a:pt x="713603" y="255931"/>
                </a:lnTo>
                <a:lnTo>
                  <a:pt x="725496" y="255069"/>
                </a:lnTo>
                <a:lnTo>
                  <a:pt x="737389" y="253329"/>
                </a:lnTo>
                <a:lnTo>
                  <a:pt x="749283" y="250725"/>
                </a:lnTo>
                <a:lnTo>
                  <a:pt x="761176" y="247275"/>
                </a:lnTo>
                <a:lnTo>
                  <a:pt x="773070" y="243004"/>
                </a:lnTo>
                <a:lnTo>
                  <a:pt x="784963" y="237943"/>
                </a:lnTo>
                <a:lnTo>
                  <a:pt x="796856" y="232129"/>
                </a:lnTo>
                <a:lnTo>
                  <a:pt x="808750" y="225603"/>
                </a:lnTo>
                <a:lnTo>
                  <a:pt x="820643" y="218412"/>
                </a:lnTo>
                <a:lnTo>
                  <a:pt x="832536" y="210608"/>
                </a:lnTo>
                <a:lnTo>
                  <a:pt x="844430" y="202248"/>
                </a:lnTo>
                <a:lnTo>
                  <a:pt x="856323" y="193391"/>
                </a:lnTo>
                <a:lnTo>
                  <a:pt x="868217" y="184102"/>
                </a:lnTo>
                <a:lnTo>
                  <a:pt x="880110" y="174447"/>
                </a:lnTo>
              </a:path>
            </a:pathLst>
          </a:custGeom>
          <a:noFill/>
          <a:ln w="38100">
            <a:solidFill>
              <a:srgbClr val="191919"/>
            </a:solidFill>
          </a:ln>
        </p:spPr>
      </p:sp>
      <p:sp>
        <p:nvSpPr>
          <p:cNvPr id="19" name="circle">
            <a:extLst>
              <a:ext uri="{FF2B5EF4-FFF2-40B4-BE49-F238E27FC236}">
                <ns2:creationId id="{EE3A6530-A101-4919-813C-6077B9C3549D}"/>
              </a:ext>
            </a:extLst>
          </p:cNvPr>
          <p:cNvSpPr>
            <a:spLocks noGrp="1"/>
          </p:cNvSpPr>
          <p:nvPr/>
        </p:nvSpPr>
        <p:spPr>
          <a:xfrm>
            <a:off x="9286875" y="2066925"/>
            <a:ext cx="133350" cy="133350"/>
          </a:xfrm>
          <a:prstGeom prst="ellipse">
            <a:avLst/>
          </a:prstGeom>
          <a:solidFill>
            <a:srgbClr val="191919"/>
          </a:solidFill>
          <a:ln w="0">
            <a:noFill/>
          </a:ln>
        </p:spPr>
      </p:sp>
      <p:sp>
        <p:nvSpPr>
          <p:cNvPr id="20" name="circle">
            <a:extLst>
              <a:ext uri="{FF2B5EF4-FFF2-40B4-BE49-F238E27FC236}">
                <ns2:creationId id="{A5DC2721-4E99-4914-AFAC-0FE1D3C4DB87}"/>
              </a:ext>
            </a:extLst>
          </p:cNvPr>
          <p:cNvSpPr>
            <a:spLocks noGrp="1"/>
          </p:cNvSpPr>
          <p:nvPr/>
        </p:nvSpPr>
        <p:spPr>
          <a:xfrm>
            <a:off x="9705975" y="2066925"/>
            <a:ext cx="133350" cy="133350"/>
          </a:xfrm>
          <a:prstGeom prst="ellipse">
            <a:avLst/>
          </a:prstGeom>
          <a:solidFill>
            <a:srgbClr val="191919"/>
          </a:solidFill>
          <a:ln w="0">
            <a:noFill/>
          </a:ln>
        </p:spPr>
      </p:sp>
      <p:sp>
        <p:nvSpPr>
          <p:cNvPr id="21" name="circle">
            <a:extLst>
              <a:ext uri="{FF2B5EF4-FFF2-40B4-BE49-F238E27FC236}">
                <ns2:creationId id="{4C995F11-B687-4E97-8229-B5CA223161DE}"/>
              </a:ext>
            </a:extLst>
          </p:cNvPr>
          <p:cNvSpPr>
            <a:spLocks noGrp="1"/>
          </p:cNvSpPr>
          <p:nvPr/>
        </p:nvSpPr>
        <p:spPr>
          <a:xfrm>
            <a:off x="10125075" y="2066925"/>
            <a:ext cx="133350" cy="133350"/>
          </a:xfrm>
          <a:prstGeom prst="ellipse">
            <a:avLst/>
          </a:prstGeom>
          <a:solidFill>
            <a:srgbClr val="191919"/>
          </a:solidFill>
          <a:ln w="0">
            <a:noFill/>
          </a:ln>
        </p:spPr>
      </p:sp>
      <p:sp>
        <p:nvSpPr>
          <p:cNvPr id="22" name="circle">
            <a:extLst>
              <a:ext uri="{FF2B5EF4-FFF2-40B4-BE49-F238E27FC236}">
                <ns2:creationId id="{D5AE8684-BEEA-4CA8-8083-5B648F4594A9}"/>
              </a:ext>
            </a:extLst>
          </p:cNvPr>
          <p:cNvSpPr>
            <a:spLocks noGrp="1"/>
          </p:cNvSpPr>
          <p:nvPr/>
        </p:nvSpPr>
        <p:spPr>
          <a:xfrm>
            <a:off x="10544175" y="2066925"/>
            <a:ext cx="133350" cy="133350"/>
          </a:xfrm>
          <a:prstGeom prst="ellipse">
            <a:avLst/>
          </a:prstGeom>
          <a:solidFill>
            <a:srgbClr val="191919"/>
          </a:solidFill>
          <a:ln w="0">
            <a:noFill/>
          </a:ln>
        </p:spPr>
      </p:sp>
      <p:sp>
        <p:nvSpPr>
          <p:cNvPr id="23" name="circle">
            <a:extLst>
              <a:ext uri="{FF2B5EF4-FFF2-40B4-BE49-F238E27FC236}">
                <ns2:creationId id="{BCE16E1E-91F4-49A1-8E4B-0F0684E915F4}"/>
              </a:ext>
            </a:extLst>
          </p:cNvPr>
          <p:cNvSpPr>
            <a:spLocks noGrp="1"/>
          </p:cNvSpPr>
          <p:nvPr/>
        </p:nvSpPr>
        <p:spPr>
          <a:xfrm>
            <a:off x="10963275" y="2066925"/>
            <a:ext cx="133350" cy="133350"/>
          </a:xfrm>
          <a:prstGeom prst="ellipse">
            <a:avLst/>
          </a:prstGeom>
          <a:solidFill>
            <a:srgbClr val="191919"/>
          </a:solidFill>
          <a:ln w="0">
            <a:noFill/>
          </a:ln>
        </p:spPr>
      </p:sp>
      <p:sp>
        <p:nvSpPr>
          <p:cNvPr id="24" name="circle">
            <a:extLst>
              <a:ext uri="{FF2B5EF4-FFF2-40B4-BE49-F238E27FC236}">
                <ns2:creationId id="{0EE53D81-DED5-40F7-9F3B-E98FCE160D3F}"/>
              </a:ext>
            </a:extLst>
          </p:cNvPr>
          <p:cNvSpPr>
            <a:spLocks noGrp="1"/>
          </p:cNvSpPr>
          <p:nvPr/>
        </p:nvSpPr>
        <p:spPr>
          <a:xfrm>
            <a:off x="9286875" y="2409825"/>
            <a:ext cx="133350" cy="133350"/>
          </a:xfrm>
          <a:prstGeom prst="ellipse">
            <a:avLst/>
          </a:prstGeom>
          <a:solidFill>
            <a:srgbClr val="191919"/>
          </a:solidFill>
          <a:ln w="0">
            <a:noFill/>
          </a:ln>
        </p:spPr>
      </p:sp>
      <p:sp>
        <p:nvSpPr>
          <p:cNvPr id="25" name="circle">
            <a:extLst>
              <a:ext uri="{FF2B5EF4-FFF2-40B4-BE49-F238E27FC236}">
                <ns2:creationId id="{5507387D-ACC5-4A3C-AF4A-482B72929A09}"/>
              </a:ext>
            </a:extLst>
          </p:cNvPr>
          <p:cNvSpPr>
            <a:spLocks noGrp="1"/>
          </p:cNvSpPr>
          <p:nvPr/>
        </p:nvSpPr>
        <p:spPr>
          <a:xfrm>
            <a:off x="9705975" y="2409825"/>
            <a:ext cx="133350" cy="133350"/>
          </a:xfrm>
          <a:prstGeom prst="ellipse">
            <a:avLst/>
          </a:prstGeom>
          <a:solidFill>
            <a:srgbClr val="191919"/>
          </a:solidFill>
          <a:ln w="0">
            <a:noFill/>
          </a:ln>
        </p:spPr>
      </p:sp>
      <p:sp>
        <p:nvSpPr>
          <p:cNvPr id="26" name="circle">
            <a:extLst>
              <a:ext uri="{FF2B5EF4-FFF2-40B4-BE49-F238E27FC236}">
                <ns2:creationId id="{A26DF038-053B-46A2-86F0-4930A4E62F28}"/>
              </a:ext>
            </a:extLst>
          </p:cNvPr>
          <p:cNvSpPr>
            <a:spLocks noGrp="1"/>
          </p:cNvSpPr>
          <p:nvPr/>
        </p:nvSpPr>
        <p:spPr>
          <a:xfrm>
            <a:off x="10125075" y="2409825"/>
            <a:ext cx="133350" cy="133350"/>
          </a:xfrm>
          <a:prstGeom prst="ellipse">
            <a:avLst/>
          </a:prstGeom>
          <a:solidFill>
            <a:srgbClr val="191919"/>
          </a:solidFill>
          <a:ln w="0">
            <a:noFill/>
          </a:ln>
        </p:spPr>
      </p:sp>
      <p:sp>
        <p:nvSpPr>
          <p:cNvPr id="27" name="circle">
            <a:extLst>
              <a:ext uri="{FF2B5EF4-FFF2-40B4-BE49-F238E27FC236}">
                <ns2:creationId id="{C69116B2-9FE8-4271-99FF-FDC7D39B7BB2}"/>
              </a:ext>
            </a:extLst>
          </p:cNvPr>
          <p:cNvSpPr>
            <a:spLocks noGrp="1"/>
          </p:cNvSpPr>
          <p:nvPr/>
        </p:nvSpPr>
        <p:spPr>
          <a:xfrm>
            <a:off x="10544175" y="2409825"/>
            <a:ext cx="133350" cy="133350"/>
          </a:xfrm>
          <a:prstGeom prst="ellipse">
            <a:avLst/>
          </a:prstGeom>
          <a:solidFill>
            <a:srgbClr val="191919"/>
          </a:solidFill>
          <a:ln w="0">
            <a:noFill/>
          </a:ln>
        </p:spPr>
      </p:sp>
      <p:sp>
        <p:nvSpPr>
          <p:cNvPr id="28" name="circle">
            <a:extLst>
              <a:ext uri="{FF2B5EF4-FFF2-40B4-BE49-F238E27FC236}">
                <ns2:creationId id="{2275AA9A-7E31-4237-863C-9A10ECAE8F1A}"/>
              </a:ext>
            </a:extLst>
          </p:cNvPr>
          <p:cNvSpPr>
            <a:spLocks noGrp="1"/>
          </p:cNvSpPr>
          <p:nvPr/>
        </p:nvSpPr>
        <p:spPr>
          <a:xfrm>
            <a:off x="10963275" y="2409825"/>
            <a:ext cx="133350" cy="133350"/>
          </a:xfrm>
          <a:prstGeom prst="ellipse">
            <a:avLst/>
          </a:prstGeom>
          <a:solidFill>
            <a:srgbClr val="191919"/>
          </a:solidFill>
          <a:ln w="0">
            <a:noFill/>
          </a:ln>
        </p:spPr>
      </p:sp>
      <p:sp>
        <p:nvSpPr>
          <p:cNvPr id="29" name="circle">
            <a:extLst>
              <a:ext uri="{FF2B5EF4-FFF2-40B4-BE49-F238E27FC236}">
                <ns2:creationId id="{8CED9680-AEC1-4516-978F-6A69C35AA722}"/>
              </a:ext>
            </a:extLst>
          </p:cNvPr>
          <p:cNvSpPr>
            <a:spLocks noGrp="1"/>
          </p:cNvSpPr>
          <p:nvPr/>
        </p:nvSpPr>
        <p:spPr>
          <a:xfrm>
            <a:off x="9286875" y="2752725"/>
            <a:ext cx="133350" cy="133350"/>
          </a:xfrm>
          <a:prstGeom prst="ellipse">
            <a:avLst/>
          </a:prstGeom>
          <a:solidFill>
            <a:srgbClr val="191919"/>
          </a:solidFill>
          <a:ln w="0">
            <a:noFill/>
          </a:ln>
        </p:spPr>
      </p:sp>
      <p:sp>
        <p:nvSpPr>
          <p:cNvPr id="30" name="circle">
            <a:extLst>
              <a:ext uri="{FF2B5EF4-FFF2-40B4-BE49-F238E27FC236}">
                <ns2:creationId id="{0AC96003-9E0E-4AC3-A33B-F3D2996F6894}"/>
              </a:ext>
            </a:extLst>
          </p:cNvPr>
          <p:cNvSpPr>
            <a:spLocks noGrp="1"/>
          </p:cNvSpPr>
          <p:nvPr/>
        </p:nvSpPr>
        <p:spPr>
          <a:xfrm>
            <a:off x="9705975" y="2752725"/>
            <a:ext cx="133350" cy="133350"/>
          </a:xfrm>
          <a:prstGeom prst="ellipse">
            <a:avLst/>
          </a:prstGeom>
          <a:solidFill>
            <a:srgbClr val="191919"/>
          </a:solidFill>
          <a:ln w="0">
            <a:noFill/>
          </a:ln>
        </p:spPr>
      </p:sp>
      <p:sp>
        <p:nvSpPr>
          <p:cNvPr id="31" name="circle">
            <a:extLst>
              <a:ext uri="{FF2B5EF4-FFF2-40B4-BE49-F238E27FC236}">
                <ns2:creationId id="{332FB75A-8602-4068-AE37-DC75BF3D397B}"/>
              </a:ext>
            </a:extLst>
          </p:cNvPr>
          <p:cNvSpPr>
            <a:spLocks noGrp="1"/>
          </p:cNvSpPr>
          <p:nvPr/>
        </p:nvSpPr>
        <p:spPr>
          <a:xfrm>
            <a:off x="10125075" y="2752725"/>
            <a:ext cx="133350" cy="133350"/>
          </a:xfrm>
          <a:prstGeom prst="ellipse">
            <a:avLst/>
          </a:prstGeom>
          <a:solidFill>
            <a:srgbClr val="191919"/>
          </a:solidFill>
          <a:ln w="0">
            <a:noFill/>
          </a:ln>
        </p:spPr>
      </p:sp>
      <p:sp>
        <p:nvSpPr>
          <p:cNvPr id="32" name="circle">
            <a:extLst>
              <a:ext uri="{FF2B5EF4-FFF2-40B4-BE49-F238E27FC236}">
                <ns2:creationId id="{3E87AF36-53AA-4381-A101-2C0737D78036}"/>
              </a:ext>
            </a:extLst>
          </p:cNvPr>
          <p:cNvSpPr>
            <a:spLocks noGrp="1"/>
          </p:cNvSpPr>
          <p:nvPr/>
        </p:nvSpPr>
        <p:spPr>
          <a:xfrm>
            <a:off x="10544175" y="2752725"/>
            <a:ext cx="133350" cy="133350"/>
          </a:xfrm>
          <a:prstGeom prst="ellipse">
            <a:avLst/>
          </a:prstGeom>
          <a:solidFill>
            <a:srgbClr val="191919"/>
          </a:solidFill>
          <a:ln w="0">
            <a:noFill/>
          </a:ln>
        </p:spPr>
      </p:sp>
      <p:sp>
        <p:nvSpPr>
          <p:cNvPr id="33" name="circle">
            <a:extLst>
              <a:ext uri="{FF2B5EF4-FFF2-40B4-BE49-F238E27FC236}">
                <ns2:creationId id="{9E820823-17EF-4537-BA4B-62975470FC1F}"/>
              </a:ext>
            </a:extLst>
          </p:cNvPr>
          <p:cNvSpPr>
            <a:spLocks noGrp="1"/>
          </p:cNvSpPr>
          <p:nvPr/>
        </p:nvSpPr>
        <p:spPr>
          <a:xfrm>
            <a:off x="10963275" y="2752725"/>
            <a:ext cx="133350" cy="133350"/>
          </a:xfrm>
          <a:prstGeom prst="ellipse">
            <a:avLst/>
          </a:prstGeom>
          <a:solidFill>
            <a:srgbClr val="191919"/>
          </a:solidFill>
          <a:ln w="0">
            <a:noFill/>
          </a:ln>
        </p:spPr>
      </p:sp>
      <p:sp>
        <p:nvSpPr>
          <p:cNvPr id="34" name="circle">
            <a:extLst>
              <a:ext uri="{FF2B5EF4-FFF2-40B4-BE49-F238E27FC236}">
                <ns2:creationId id="{C31829E2-4782-4D84-8649-3655BF5CE7BB}"/>
              </a:ext>
            </a:extLst>
          </p:cNvPr>
          <p:cNvSpPr>
            <a:spLocks noGrp="1"/>
          </p:cNvSpPr>
          <p:nvPr/>
        </p:nvSpPr>
        <p:spPr>
          <a:xfrm>
            <a:off x="9286875" y="3095625"/>
            <a:ext cx="133350" cy="133350"/>
          </a:xfrm>
          <a:prstGeom prst="ellipse">
            <a:avLst/>
          </a:prstGeom>
          <a:solidFill>
            <a:srgbClr val="191919"/>
          </a:solidFill>
          <a:ln w="0">
            <a:noFill/>
          </a:ln>
        </p:spPr>
      </p:sp>
      <p:sp>
        <p:nvSpPr>
          <p:cNvPr id="35" name="circle">
            <a:extLst>
              <a:ext uri="{FF2B5EF4-FFF2-40B4-BE49-F238E27FC236}">
                <ns2:creationId id="{9EFA2FB8-DD24-4520-BFE6-F8462CE49445}"/>
              </a:ext>
            </a:extLst>
          </p:cNvPr>
          <p:cNvSpPr>
            <a:spLocks noGrp="1"/>
          </p:cNvSpPr>
          <p:nvPr/>
        </p:nvSpPr>
        <p:spPr>
          <a:xfrm>
            <a:off x="9705975" y="3095625"/>
            <a:ext cx="133350" cy="133350"/>
          </a:xfrm>
          <a:prstGeom prst="ellipse">
            <a:avLst/>
          </a:prstGeom>
          <a:solidFill>
            <a:srgbClr val="191919"/>
          </a:solidFill>
          <a:ln w="0">
            <a:noFill/>
          </a:ln>
        </p:spPr>
      </p:sp>
      <p:sp>
        <p:nvSpPr>
          <p:cNvPr id="36" name="circle">
            <a:extLst>
              <a:ext uri="{FF2B5EF4-FFF2-40B4-BE49-F238E27FC236}">
                <ns2:creationId id="{58F3F692-2F0D-4114-BFEC-051463ED9AEA}"/>
              </a:ext>
            </a:extLst>
          </p:cNvPr>
          <p:cNvSpPr>
            <a:spLocks noGrp="1"/>
          </p:cNvSpPr>
          <p:nvPr/>
        </p:nvSpPr>
        <p:spPr>
          <a:xfrm>
            <a:off x="10125075" y="3095625"/>
            <a:ext cx="133350" cy="133350"/>
          </a:xfrm>
          <a:prstGeom prst="ellipse">
            <a:avLst/>
          </a:prstGeom>
          <a:solidFill>
            <a:srgbClr val="191919"/>
          </a:solidFill>
          <a:ln w="0">
            <a:noFill/>
          </a:ln>
        </p:spPr>
      </p:sp>
      <p:sp>
        <p:nvSpPr>
          <p:cNvPr id="37" name="circle">
            <a:extLst>
              <a:ext uri="{FF2B5EF4-FFF2-40B4-BE49-F238E27FC236}">
                <ns2:creationId id="{4B02CFF6-AD40-49CF-9B82-75D57224128B}"/>
              </a:ext>
            </a:extLst>
          </p:cNvPr>
          <p:cNvSpPr>
            <a:spLocks noGrp="1"/>
          </p:cNvSpPr>
          <p:nvPr/>
        </p:nvSpPr>
        <p:spPr>
          <a:xfrm>
            <a:off x="10544175" y="3095625"/>
            <a:ext cx="133350" cy="133350"/>
          </a:xfrm>
          <a:prstGeom prst="ellipse">
            <a:avLst/>
          </a:prstGeom>
          <a:solidFill>
            <a:srgbClr val="191919"/>
          </a:solidFill>
          <a:ln w="0">
            <a:noFill/>
          </a:ln>
        </p:spPr>
      </p:sp>
      <p:sp>
        <p:nvSpPr>
          <p:cNvPr id="38" name="circle">
            <a:extLst>
              <a:ext uri="{FF2B5EF4-FFF2-40B4-BE49-F238E27FC236}">
                <ns2:creationId id="{D50F48CF-1086-4A8E-A482-766788F49FFC}"/>
              </a:ext>
            </a:extLst>
          </p:cNvPr>
          <p:cNvSpPr>
            <a:spLocks noGrp="1"/>
          </p:cNvSpPr>
          <p:nvPr/>
        </p:nvSpPr>
        <p:spPr>
          <a:xfrm>
            <a:off x="10963275" y="3095625"/>
            <a:ext cx="133350" cy="133350"/>
          </a:xfrm>
          <a:prstGeom prst="ellipse">
            <a:avLst/>
          </a:prstGeom>
          <a:solidFill>
            <a:srgbClr val="191919"/>
          </a:solidFill>
          <a:ln w="0">
            <a:noFill/>
          </a:ln>
        </p:spPr>
      </p:sp>
      <p:sp>
        <p:nvSpPr>
          <p:cNvPr id="39" name="Relaxed / lines">
            <a:extLst>
              <a:ext uri="{FF2B5EF4-FFF2-40B4-BE49-F238E27FC236}">
                <ns2:creationId id="{591C4FB9-2FFF-411B-950F-2379E2A7E512}"/>
              </a:ext>
            </a:extLst>
          </p:cNvPr>
          <p:cNvSpPr>
            <a:spLocks noGrp="1"/>
          </p:cNvSpPr>
          <p:nvPr/>
        </p:nvSpPr>
        <p:spPr>
          <a:xfrm>
            <a:off x="6477000" y="3533775"/>
            <a:ext cx="2343150" cy="342900"/>
          </a:xfrm>
          <a:prstGeom prst="rect">
            <a:avLst/>
          </a:prstGeom>
          <a:noFill/>
          <a:ln w="0">
            <a:noFill/>
          </a:ln>
        </p:spPr>
        <p:txBody>
          <a:bodyPr wrap="square" lIns="0" tIns="0" rIns="0" bIns="0">
            <a:noAutofit/>
          </a:bodyPr>
          <a:lstStyle/>
          <a:p>
            <a:pPr>
              <a:defRPr sz="1650" b="1">
                <a:solidFill>
                  <a:srgbClr val="191919"/>
                </a:solidFill>
                <a:latin typeface="Arial"/>
                <a:ea typeface="Arial"/>
                <a:cs typeface="Arial"/>
              </a:defRPr>
            </a:pPr>
            <a:r>
              <a:rPr sz="1650" b="1">
                <a:solidFill>
                  <a:srgbClr val="191919"/>
                </a:solidFill>
                <a:latin typeface="Arial"/>
                <a:ea typeface="Arial"/>
                <a:cs typeface="Arial"/>
              </a:rPr>
              <a:t>Relaxed / lines</a:t>
            </a:r>
          </a:p>
        </p:txBody>
      </p:sp>
      <p:sp>
        <p:nvSpPr>
          <p:cNvPr id="40" name="Organized / circles">
            <a:extLst>
              <a:ext uri="{FF2B5EF4-FFF2-40B4-BE49-F238E27FC236}">
                <ns2:creationId id="{9F2E81A5-BADC-4404-B2B5-2C451275552D}"/>
              </a:ext>
            </a:extLst>
          </p:cNvPr>
          <p:cNvSpPr>
            <a:spLocks noGrp="1"/>
          </p:cNvSpPr>
          <p:nvPr/>
        </p:nvSpPr>
        <p:spPr>
          <a:xfrm>
            <a:off x="9153525" y="3533775"/>
            <a:ext cx="2533650" cy="342900"/>
          </a:xfrm>
          <a:prstGeom prst="rect">
            <a:avLst/>
          </a:prstGeom>
          <a:noFill/>
          <a:ln w="0">
            <a:noFill/>
          </a:ln>
        </p:spPr>
        <p:txBody>
          <a:bodyPr wrap="square" lIns="0" tIns="0" rIns="0" bIns="0">
            <a:noAutofit/>
          </a:bodyPr>
          <a:lstStyle/>
          <a:p>
            <a:pPr>
              <a:defRPr sz="1650" b="1">
                <a:solidFill>
                  <a:srgbClr val="191919"/>
                </a:solidFill>
                <a:latin typeface="Arial"/>
                <a:ea typeface="Arial"/>
                <a:cs typeface="Arial"/>
              </a:defRPr>
            </a:pPr>
            <a:r>
              <a:rPr sz="1650" b="1">
                <a:solidFill>
                  <a:srgbClr val="191919"/>
                </a:solidFill>
                <a:latin typeface="Arial"/>
                <a:ea typeface="Arial"/>
                <a:cs typeface="Arial"/>
              </a:rPr>
              <a:t>Organized / circles</a:t>
            </a:r>
          </a:p>
        </p:txBody>
      </p:sp>
      <p:sp>
        <p:nvSpPr>
          <p:cNvPr id="41" name="Open Lesson 2 in Canvas">
            <a:extLst>
              <a:ext uri="{FF2B5EF4-FFF2-40B4-BE49-F238E27FC236}">
                <ns2:creationId id="{A56A3112-6C31-4B6F-8C24-5A4525E53553}"/>
              </a:ext>
            </a:extLst>
          </p:cNvPr>
          <p:cNvSpPr>
            <a:spLocks noGrp="1"/>
          </p:cNvSpPr>
          <p:nvPr/>
        </p:nvSpPr>
        <p:spPr>
          <a:xfrm>
            <a:off x="6343650" y="4810125"/>
            <a:ext cx="5276850" cy="400050"/>
          </a:xfrm>
          <a:prstGeom prst="rect">
            <a:avLst/>
          </a:prstGeom>
          <a:noFill/>
          <a:ln w="0">
            <a:noFill/>
          </a:ln>
        </p:spPr>
        <p:txBody>
          <a:bodyPr wrap="square" lIns="0" tIns="0" rIns="0" bIns="0">
            <a:noAutofit/>
          </a:bodyPr>
          <a:lstStyle/>
          <a:p>
            <a:pPr>
              <a:defRPr sz="2025" b="1">
                <a:solidFill>
                  <a:srgbClr val="191919"/>
                </a:solidFill>
                <a:latin typeface="Arial"/>
                <a:ea typeface="Arial"/>
                <a:cs typeface="Arial"/>
              </a:defRPr>
            </a:pPr>
            <a:r>
              <a:rPr sz="2025" b="1">
                <a:solidFill>
                  <a:srgbClr val="191919"/>
                </a:solidFill>
                <a:latin typeface="Arial"/>
                <a:ea typeface="Arial"/>
                <a:cs typeface="Arial"/>
              </a:rPr>
              <a:t>Open Lesson 2 in Canvas</a:t>
            </a:r>
          </a:p>
        </p:txBody>
      </p:sp>
      <p:pic>
        <p:nvPicPr>
          <p:cNvPr id="85" name="" descr="Canvas Lesson 2 banner: Graphic Design with Canva, in SW1 Graphic Design with the 1960s."/>
          <p:cNvPicPr>
            <a:picLocks noChangeAspect="1"/>
          </p:cNvPicPr>
          <p:nvPr/>
        </p:nvPicPr>
        <p:blipFill>
          <a:blip r:embed="Ra208ba87553e46dc"/>
          <a:stretch/>
        </p:blipFill>
        <p:spPr>
          <a:xfrm>
            <a:off x="6840493" y="5238750"/>
            <a:ext cx="4245063" cy="1209675"/>
          </a:xfrm>
          <a:prstGeom prst="rect">
            <a:avLst/>
          </a:prstGeom>
        </p:spPr>
      </p:pic>
      <p:sp>
        <p:nvSpPr>
          <p:cNvPr id="43" name="Words: rapid, relaxed, complicated,&#10;organized, labyrinth">
            <a:extLst>
              <a:ext uri="{FF2B5EF4-FFF2-40B4-BE49-F238E27FC236}">
                <ns2:creationId id="{968178CA-2BAA-4AE5-99DC-F64142E589A7}"/>
              </a:ext>
            </a:extLst>
          </p:cNvPr>
          <p:cNvSpPr>
            <a:spLocks noGrp="1"/>
          </p:cNvSpPr>
          <p:nvPr/>
        </p:nvSpPr>
        <p:spPr>
          <a:xfrm>
            <a:off x="6343650" y="4048125"/>
            <a:ext cx="5238750" cy="647700"/>
          </a:xfrm>
          <a:prstGeom prst="rect">
            <a:avLst/>
          </a:prstGeom>
          <a:noFill/>
          <a:ln w="0">
            <a:noFill/>
          </a:ln>
        </p:spPr>
        <p:txBody>
          <a:bodyPr wrap="square" lIns="0" tIns="0" rIns="0" bIns="0">
            <a:noAutofit/>
          </a:bodyPr>
          <a:lstStyle/>
          <a:p>
            <a:pPr>
              <a:defRPr sz="1875" b="0">
                <a:solidFill>
                  <a:srgbClr val="191919"/>
                </a:solidFill>
                <a:latin typeface="Arial"/>
                <a:ea typeface="Arial"/>
                <a:cs typeface="Arial"/>
              </a:defRPr>
            </a:pPr>
            <a:r>
              <a:rPr sz="1875" b="0">
                <a:solidFill>
                  <a:srgbClr val="191919"/>
                </a:solidFill>
                <a:latin typeface="Arial"/>
                <a:ea typeface="Arial"/>
                <a:cs typeface="Arial"/>
              </a:rPr>
              <a:t>Words: rapid, relaxed, complicated,</a:t>
            </a:r>
          </a:p>
          <a:p>
            <a:pPr>
              <a:defRPr sz="1875" b="0">
                <a:solidFill>
                  <a:srgbClr val="191919"/>
                </a:solidFill>
                <a:latin typeface="Arial"/>
                <a:ea typeface="Arial"/>
                <a:cs typeface="Arial"/>
              </a:defRPr>
            </a:pPr>
            <a:r>
              <a:rPr sz="1875" b="0">
                <a:solidFill>
                  <a:srgbClr val="191919"/>
                </a:solidFill>
                <a:latin typeface="Arial"/>
                <a:ea typeface="Arial"/>
                <a:cs typeface="Arial"/>
              </a:rPr>
              <a:t>organized, labyrinth</a:t>
            </a:r>
          </a:p>
        </p:txBody>
      </p:sp>
    </p:spTree>
    <p:extLst>
      <p:ext uri="{BB962C8B-B14F-4D97-AF65-F5344CB8AC3E}">
        <ns4:creationId val="1179701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2026-09-09T15:03:18.1370000Z</dcterms:created>
  <dcterms:modified xsi:type="dcterms:W3CDTF">2026-09-09T15:03:18.1370000Z</dcterms:modified>
</coreProperties>
</file>