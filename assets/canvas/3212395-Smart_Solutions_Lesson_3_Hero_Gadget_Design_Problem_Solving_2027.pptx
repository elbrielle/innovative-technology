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ca915637a45a3" /><Relationship Type="http://schemas.openxmlformats.org/officeDocument/2006/relationships/extended-properties" Target="/docProps/app.xml" Id="R3fe2f120a72c486f" /><Relationship Type="http://schemas.openxmlformats.org/officeDocument/2006/relationships/officeDocument" Target="/ppt/presentation.xml" Id="R48c3767bc4f24f5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7413165aee44ee7"/>
  </p:sldMasterIdLst>
  <p:notesMasterIdLst>
    <p:notesMasterId xmlns:r="http://schemas.openxmlformats.org/officeDocument/2006/relationships" r:id="R41332775d0524be4"/>
  </p:notesMasterIdLst>
  <p:sldIdLst>
    <p:sldId xmlns:r="http://schemas.openxmlformats.org/officeDocument/2006/relationships" id="256" r:id="R772f07b18c3146d6"/>
    <p:sldId xmlns:r="http://schemas.openxmlformats.org/officeDocument/2006/relationships" id="257" r:id="R1e980c20514c46bb"/>
    <p:sldId xmlns:r="http://schemas.openxmlformats.org/officeDocument/2006/relationships" id="258" r:id="R498b2cd1bf5e44df"/>
    <p:sldId xmlns:r="http://schemas.openxmlformats.org/officeDocument/2006/relationships" id="259" r:id="R6c622fcf68bf4d88"/>
    <p:sldId xmlns:r="http://schemas.openxmlformats.org/officeDocument/2006/relationships" id="260" r:id="R54ee9d06eb504716"/>
    <p:sldId xmlns:r="http://schemas.openxmlformats.org/officeDocument/2006/relationships" id="261" r:id="R734db6ff9046440f"/>
    <p:sldId xmlns:r="http://schemas.openxmlformats.org/officeDocument/2006/relationships" id="262" r:id="R61e99bd4c8e84e0a"/>
    <p:sldId xmlns:r="http://schemas.openxmlformats.org/officeDocument/2006/relationships" id="263" r:id="R0ee043e168544fc3"/>
    <p:sldId xmlns:r="http://schemas.openxmlformats.org/officeDocument/2006/relationships" id="264" r:id="Rdc8c0844299245cc"/>
    <p:sldId xmlns:r="http://schemas.openxmlformats.org/officeDocument/2006/relationships" id="265" r:id="Rb51fde3eebe541f9"/>
  </p:sldIdLst>
  <p:sldSz cx="12192000" cy="6858000"/>
  <p:notesSz cx="6858000" cy="9144000"/>
  <p:embeddedFontLst>
    <p:embeddedFont>
      <p:font typeface="BIZ UDPGothic"/>
      <p:regular xmlns:r="http://schemas.openxmlformats.org/officeDocument/2006/relationships" r:id="R1b74da1f9f5549af"/>
      <p:bold xmlns:r="http://schemas.openxmlformats.org/officeDocument/2006/relationships" r:id="R6ff1dbf14ae64227"/>
    </p:embeddedFont>
    <p:embeddedFont>
      <p:font typeface="Arial Narrow"/>
      <p:regular xmlns:r="http://schemas.openxmlformats.org/officeDocument/2006/relationships" r:id="Rc99f08a79d1a474c"/>
      <p:bold xmlns:r="http://schemas.openxmlformats.org/officeDocument/2006/relationships" r:id="Rbdc778aebb934f30"/>
      <p:italic xmlns:r="http://schemas.openxmlformats.org/officeDocument/2006/relationships" r:id="Rfb73d2c8c8f9462b"/>
      <p:boldItalic xmlns:r="http://schemas.openxmlformats.org/officeDocument/2006/relationships" r:id="Rf17a48436aa04bdd"/>
    </p:embeddedFont>
    <p:embeddedFont>
      <p:font typeface="Quattrocento Sans"/>
      <p:regular xmlns:r="http://schemas.openxmlformats.org/officeDocument/2006/relationships" r:id="R93dfac083b2e490f"/>
      <p:bold xmlns:r="http://schemas.openxmlformats.org/officeDocument/2006/relationships" r:id="R432bef1639d5430b"/>
      <p:italic xmlns:r="http://schemas.openxmlformats.org/officeDocument/2006/relationships" r:id="R356bae9142684f11"/>
      <p:boldItalic xmlns:r="http://schemas.openxmlformats.org/officeDocument/2006/relationships" r:id="R4a35f10e82d043e6"/>
    </p:embeddedFont>
    <p:embeddedFont>
      <p:font typeface="Helvetica Neue"/>
      <p:regular xmlns:r="http://schemas.openxmlformats.org/officeDocument/2006/relationships" r:id="Re2752905157b4ce2"/>
      <p:bold xmlns:r="http://schemas.openxmlformats.org/officeDocument/2006/relationships" r:id="Raee2cb81db064bc8"/>
      <p:italic xmlns:r="http://schemas.openxmlformats.org/officeDocument/2006/relationships" r:id="Rfb1d7f4701dd41ad"/>
      <p:boldItalic xmlns:r="http://schemas.openxmlformats.org/officeDocument/2006/relationships" r:id="R309d3bb9013b456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6eb6b325a4dec" /><Relationship Type="http://schemas.openxmlformats.org/officeDocument/2006/relationships/slideMaster" Target="/ppt/slideMasters/slideMaster1.xml" Id="Rf7413165aee44ee7" /><Relationship Type="http://schemas.openxmlformats.org/officeDocument/2006/relationships/notesMaster" Target="/ppt/notesMasters/notesMaster1.xml" Id="R41332775d0524be4" /><Relationship Type="http://schemas.openxmlformats.org/officeDocument/2006/relationships/presProps" Target="/ppt/presProps.xml" Id="Ra05c9b3b83aa4a29" /><Relationship Type="http://schemas.openxmlformats.org/officeDocument/2006/relationships/viewProps" Target="/ppt/viewProps.xml" Id="R774e82e50b13452e" /><Relationship Type="http://schemas.openxmlformats.org/officeDocument/2006/relationships/tableStyles" Target="/ppt/tableStyles.xml" Id="R26849ebdf3fe443d" /><Relationship Type="http://schemas.openxmlformats.org/officeDocument/2006/relationships/font" Target="/ppt/fonts/font.dat" Id="R1b74da1f9f5549af" /><Relationship Type="http://schemas.openxmlformats.org/officeDocument/2006/relationships/font" Target="/ppt/fonts/font2.dat" Id="R6ff1dbf14ae64227" /><Relationship Type="http://schemas.openxmlformats.org/officeDocument/2006/relationships/font" Target="/ppt/fonts/font3.dat" Id="Rc99f08a79d1a474c" /><Relationship Type="http://schemas.openxmlformats.org/officeDocument/2006/relationships/font" Target="/ppt/fonts/font4.dat" Id="Rbdc778aebb934f30" /><Relationship Type="http://schemas.openxmlformats.org/officeDocument/2006/relationships/font" Target="/ppt/fonts/font5.dat" Id="Rfb73d2c8c8f9462b" /><Relationship Type="http://schemas.openxmlformats.org/officeDocument/2006/relationships/font" Target="/ppt/fonts/font6.dat" Id="Rf17a48436aa04bdd" /><Relationship Type="http://schemas.openxmlformats.org/officeDocument/2006/relationships/font" Target="/ppt/fonts/font7.dat" Id="R93dfac083b2e490f" /><Relationship Type="http://schemas.openxmlformats.org/officeDocument/2006/relationships/font" Target="/ppt/fonts/font8.dat" Id="R432bef1639d5430b" /><Relationship Type="http://schemas.openxmlformats.org/officeDocument/2006/relationships/font" Target="/ppt/fonts/font9.dat" Id="R356bae9142684f11" /><Relationship Type="http://schemas.openxmlformats.org/officeDocument/2006/relationships/font" Target="/ppt/fonts/font10.dat" Id="R4a35f10e82d043e6" /><Relationship Type="http://schemas.openxmlformats.org/officeDocument/2006/relationships/font" Target="/ppt/fonts/font11.dat" Id="Re2752905157b4ce2" /><Relationship Type="http://schemas.openxmlformats.org/officeDocument/2006/relationships/font" Target="/ppt/fonts/font12.dat" Id="Raee2cb81db064bc8" /><Relationship Type="http://schemas.openxmlformats.org/officeDocument/2006/relationships/font" Target="/ppt/fonts/font13.dat" Id="Rfb1d7f4701dd41ad" /><Relationship Type="http://schemas.openxmlformats.org/officeDocument/2006/relationships/font" Target="/ppt/fonts/font14.dat" Id="R309d3bb9013b4564" /><Relationship Type="http://schemas.openxmlformats.org/officeDocument/2006/relationships/slide" Target="/ppt/slides/slide1.xml" Id="R772f07b18c3146d6" /><Relationship Type="http://schemas.openxmlformats.org/officeDocument/2006/relationships/slide" Target="/ppt/slides/slide2.xml" Id="R1e980c20514c46bb" /><Relationship Type="http://schemas.openxmlformats.org/officeDocument/2006/relationships/slide" Target="/ppt/slides/slide3.xml" Id="R498b2cd1bf5e44df" /><Relationship Type="http://schemas.openxmlformats.org/officeDocument/2006/relationships/slide" Target="/ppt/slides/slide4.xml" Id="R6c622fcf68bf4d88" /><Relationship Type="http://schemas.openxmlformats.org/officeDocument/2006/relationships/slide" Target="/ppt/slides/slide5.xml" Id="R54ee9d06eb504716" /><Relationship Type="http://schemas.openxmlformats.org/officeDocument/2006/relationships/slide" Target="/ppt/slides/slide6.xml" Id="R734db6ff9046440f" /><Relationship Type="http://schemas.openxmlformats.org/officeDocument/2006/relationships/slide" Target="/ppt/slides/slide7.xml" Id="R61e99bd4c8e84e0a" /><Relationship Type="http://schemas.openxmlformats.org/officeDocument/2006/relationships/slide" Target="/ppt/slides/slide8.xml" Id="R0ee043e168544fc3" /><Relationship Type="http://schemas.openxmlformats.org/officeDocument/2006/relationships/slide" Target="/ppt/slides/slide9.xml" Id="Rdc8c0844299245cc" /><Relationship Type="http://schemas.openxmlformats.org/officeDocument/2006/relationships/slide" Target="/ppt/slides/slide10.xml" Id="Rb51fde3eebe5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563182c2af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22ea48dfb4f79" /><Relationship Type="http://schemas.openxmlformats.org/officeDocument/2006/relationships/notesMaster" Target="/ppt/notesMasters/notesMaster1.xml" Id="R3d0a16c51258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327e8348414cc8" /><Relationship Type="http://schemas.openxmlformats.org/officeDocument/2006/relationships/notesMaster" Target="/ppt/notesMasters/notesMaster1.xml" Id="R421f1aaef89a41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a411a60e0449e" /><Relationship Type="http://schemas.openxmlformats.org/officeDocument/2006/relationships/notesMaster" Target="/ppt/notesMasters/notesMaster1.xml" Id="R7d4eae8489c8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f2727a1634b3f" /><Relationship Type="http://schemas.openxmlformats.org/officeDocument/2006/relationships/notesMaster" Target="/ppt/notesMasters/notesMaster1.xml" Id="R0d64a9fc122b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51b62d1784b4a" /><Relationship Type="http://schemas.openxmlformats.org/officeDocument/2006/relationships/notesMaster" Target="/ppt/notesMasters/notesMaster1.xml" Id="Rbebf98e6ab7344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4af635c1014209" /><Relationship Type="http://schemas.openxmlformats.org/officeDocument/2006/relationships/notesMaster" Target="/ppt/notesMasters/notesMaster1.xml" Id="Rda93957960fa4f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1c31f218b24c7d" /><Relationship Type="http://schemas.openxmlformats.org/officeDocument/2006/relationships/notesMaster" Target="/ppt/notesMasters/notesMaster1.xml" Id="R0c3a8bbf5c524f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d1a4324fa743c0" /><Relationship Type="http://schemas.openxmlformats.org/officeDocument/2006/relationships/notesMaster" Target="/ppt/notesMasters/notesMaster1.xml" Id="R9855e12a8ad54b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1c6e310f1741f9" /><Relationship Type="http://schemas.openxmlformats.org/officeDocument/2006/relationships/notesMaster" Target="/ppt/notesMasters/notesMaster1.xml" Id="R2ede3371e1cd42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ee65162a624d6c" /><Relationship Type="http://schemas.openxmlformats.org/officeDocument/2006/relationships/notesMaster" Target="/ppt/notesMasters/notesMaster1.xml" Id="Rf24ba26d8f83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two quiet minutes for the Stop and Jot, then invite two or three examples. Accept imaginative problems and impossible gadget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creative contract: invent a smart gadget that solves a problem. Do not evaluate feasibility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original objective and demonstration aloud. Define input and output briefly; do not introduce a process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example to a job or problem. The examples are inspiration, not technical models students must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  <a:p xmlns:a="http://schemas.openxmlformats.org/drawingml/2006/main">
            <a:r>
              <a:t>- The Flash #763, DC official issue page describing the Flash ring: https://www.dc.com/comics/the-flash-2016/the-flash-763</a:t>
            </a:r>
          </a:p>
          <a:p xmlns:a="http://schemas.openxmlformats.org/drawingml/2006/main">
            <a:r>
              <a:t>- Wakanda's Tech Today, Marvel official description of Kimoyo beads: https://www.marvel.com/articles/comics/wakanda-s-tech-today-the-reviews-are-in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name the problem before naming the gadget. If they are stuck, use the examples on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gadget name, function, drawing, and problem solved. Drawing skill is not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  <a:p xmlns:a="http://schemas.openxmlformats.org/drawingml/2006/main">
            <a:r>
              <a:t>- Authentic student Page 2 work supplied by the course author.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four creative moves, then add one input and one output label. Skip process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these bilingual stems visible for oral rehearsal. Students name a problem, input, and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slide projected during work time. Require a simple input and output, not a full system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  <a:p xmlns:a="http://schemas.openxmlformats.org/drawingml/2006/main">
            <a:r>
              <a:t>- Authentic student Page 2 work supplied by the course author.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an oral or written exit ticket. Listen for purpose, input, output, and a problem 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 Solutions Comics Lesson 3 owner-approved student and teacher materials, revised 2026-08-19.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acbbe87d140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701b0ab4140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78f50b39143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c6fb863d841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9f671890c4a55" /></Relationships>
</file>

<file path=ppt/slideLayouts/slideLayout1.xml><?xml version="1.0" encoding="utf-8"?>
<p:sldLayout xmlns:p="http://schemas.openxmlformats.org/presentationml/2006/main" matchingName="Blank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C7356282-B1E4-4955-920F-FCC9049126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8900F519-D5C6-4B55-81C9-9BBD7769C8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CA350760-42EE-45DE-BFCC-40E9F4FA26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4C19837F-BB1C-4D1C-B092-7FC97C130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3550" y="1435100"/>
            <a:ext cx="11264900" cy="43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1">
                <a:solidFill>
                  <a:srgbClr val="2562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E7192D2-52F6-4D70-9602-05E4F1334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2099" y="1149186"/>
            <a:ext cx="10875645" cy="4258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5EBDA976-63F0-4A0F-AD35-EC0F571B35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A9E108B2-E653-490A-9B4C-E2E451CA29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8F8CB185-126A-4E7E-900E-30C71A5C42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686C13A8-D5E5-4B30-BBBC-8FC871C340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25980"/>
            <a:ext cx="10363200" cy="144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1">
                <a:solidFill>
                  <a:srgbClr val="2562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B769BCDA-0E53-4A21-8F5B-BBE585CDC7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0CECEC6A-4381-45C6-980C-46EAF7107F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B7A42FF-492E-42B7-885E-E7AAA75502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90A5367-A96A-4875-BCE9-8206F3922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EFA62588-ACA1-4B98-A37A-369B57A52F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3550" y="1435100"/>
            <a:ext cx="11264900" cy="43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1">
                <a:solidFill>
                  <a:srgbClr val="2562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EA380BDA-8954-495B-8A05-C3B4833DC8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77340"/>
            <a:ext cx="5303520" cy="45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484B5B2A-B053-45EC-8F05-3910AB9F66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78880" y="1577340"/>
            <a:ext cx="5303520" cy="45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539CF1EF-6CE5-4F74-8F79-F94EE0B40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EFB24B78-4C72-4375-AEE4-202FBD7443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B6657B54-C480-4AC5-B2F1-9878C76D9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A30DC27A-3D94-48C0-B117-E32C77DE3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3550" y="1435100"/>
            <a:ext cx="11264900" cy="43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1">
                <a:solidFill>
                  <a:srgbClr val="2562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61DB3114-F718-4D05-BB52-EFB51E800C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349A7381-4B9B-4E7B-B330-5155C6313A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DB649BD8-35C4-4420-B051-93246991D0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74af8c27b284eae" /><Relationship Type="http://schemas.openxmlformats.org/officeDocument/2006/relationships/theme" Target="/ppt/slideMasters/theme/theme2.xml" Id="R653f5585eba647fc" /><Relationship Type="http://schemas.openxmlformats.org/officeDocument/2006/relationships/slideLayout" Target="/ppt/slideLayouts/slideLayout1.xml" Id="R4ad65e4537574bbe" /><Relationship Type="http://schemas.openxmlformats.org/officeDocument/2006/relationships/slideLayout" Target="/ppt/slideLayouts/slideLayout2.xml" Id="R5a107bb53ebe4cf6" /><Relationship Type="http://schemas.openxmlformats.org/officeDocument/2006/relationships/slideLayout" Target="/ppt/slideLayouts/slideLayout3.xml" Id="R0362b90ed4ad40df" /><Relationship Type="http://schemas.openxmlformats.org/officeDocument/2006/relationships/slideLayout" Target="/ppt/slideLayouts/slideLayout4.xml" Id="R09e91c8802234b60" /><Relationship Type="http://schemas.openxmlformats.org/officeDocument/2006/relationships/slideLayout" Target="/ppt/slideLayouts/slideLayout5.xml" Id="R59f7af719d01454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Google Shape;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4af8c27b284e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999" cy="6857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995CB84A-5341-446A-9FCF-6900D06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72224"/>
            <a:ext cx="12192000" cy="485775"/>
          </a:xfrm>
          <a:custGeom xmlns:a="http://schemas.openxmlformats.org/drawingml/2006/main">
            <a:rect l="l" t="t" r="r" b="b"/>
            <a:pathLst>
              <a:path w="12192000" h="485775">
                <a:moveTo>
                  <a:pt x="12191999" y="485774"/>
                </a:moveTo>
                <a:lnTo>
                  <a:pt x="0" y="4857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485774"/>
                </a:lnTo>
                <a:close/>
              </a:path>
            </a:pathLst>
          </a:custGeom>
          <a:solidFill xmlns:a="http://schemas.openxmlformats.org/drawingml/2006/main">
            <a:srgbClr val="FFEB3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ADB0A9B-6C6D-4FB0-93E9-733F9E02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72224"/>
            <a:ext cx="12192000" cy="28575"/>
          </a:xfrm>
          <a:custGeom xmlns:a="http://schemas.openxmlformats.org/drawingml/2006/main">
            <a:rect l="l" t="t" r="r" b="b"/>
            <a:pathLst>
              <a:path w="12192000" h="28575">
                <a:moveTo>
                  <a:pt x="12191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8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7CE0D2B1-296C-49A9-8660-7D1AB4E9B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3550" y="1435100"/>
            <a:ext cx="11264900" cy="43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1" u="none" cap="none">
                <a:solidFill>
                  <a:srgbClr val="2562E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9B062565-6EB0-4F37-A904-9533FA0A0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2099" y="1149186"/>
            <a:ext cx="10875645" cy="4258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666D0C21-F4AC-4B91-926A-1143C795AD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81234A7B-96F8-44BD-9AC6-41C4AA1E3E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49D8A24C-002E-451F-9023-140996981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65e4537574bbe"/>
    <p:sldLayoutId xmlns:r="http://schemas.openxmlformats.org/officeDocument/2006/relationships" id="2147483650" r:id="R5a107bb53ebe4cf6"/>
    <p:sldLayoutId xmlns:r="http://schemas.openxmlformats.org/officeDocument/2006/relationships" id="2147483651" r:id="R0362b90ed4ad40df"/>
    <p:sldLayoutId xmlns:r="http://schemas.openxmlformats.org/officeDocument/2006/relationships" id="2147483652" r:id="R09e91c8802234b60"/>
    <p:sldLayoutId xmlns:r="http://schemas.openxmlformats.org/officeDocument/2006/relationships" id="2147483653" r:id="R59f7af719d01454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8802db3754f41" /><Relationship Type="http://schemas.openxmlformats.org/officeDocument/2006/relationships/image" Target="/ppt/media/image2.png" Id="Rffcb537b9bfc42cc" /><Relationship Type="http://schemas.openxmlformats.org/officeDocument/2006/relationships/notesSlide" Target="/ppt/notesSlides/notesSlide1.xml" Id="R25ac6a05bab2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664ac6c85478d" /><Relationship Type="http://schemas.openxmlformats.org/officeDocument/2006/relationships/image" Target="/ppt/media/image3.png" Id="Rcd9952bce79d45a9" /><Relationship Type="http://schemas.openxmlformats.org/officeDocument/2006/relationships/notesSlide" Target="/ppt/notesSlides/notesSlide2.xml" Id="R803805ea9c11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bd65ba8184294" /><Relationship Type="http://schemas.openxmlformats.org/officeDocument/2006/relationships/image" Target="/ppt/media/image4.png" Id="Rab373a13fc294c4d" /><Relationship Type="http://schemas.openxmlformats.org/officeDocument/2006/relationships/notesSlide" Target="/ppt/notesSlides/notesSlide3.xml" Id="R72d97c06832c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18bb99b054975" /><Relationship Type="http://schemas.openxmlformats.org/officeDocument/2006/relationships/image" Target="/ppt/media/image5.png" Id="R7a7bc4b1bcd8489f" /><Relationship Type="http://schemas.openxmlformats.org/officeDocument/2006/relationships/notesSlide" Target="/ppt/notesSlides/notesSlide4.xml" Id="Rc52b7c8456bb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952c964244188" /><Relationship Type="http://schemas.openxmlformats.org/officeDocument/2006/relationships/image" Target="/ppt/media/image6.png" Id="R8c7f01642bd74d5c" /><Relationship Type="http://schemas.openxmlformats.org/officeDocument/2006/relationships/notesSlide" Target="/ppt/notesSlides/notesSlide5.xml" Id="Rfa6ff88c1ef146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90f8bc4af4399" /><Relationship Type="http://schemas.openxmlformats.org/officeDocument/2006/relationships/image" Target="/ppt/media/image7.png" Id="R9a771902054447d0" /><Relationship Type="http://schemas.openxmlformats.org/officeDocument/2006/relationships/notesSlide" Target="/ppt/notesSlides/notesSlide6.xml" Id="R2e3c1274a7424a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37d3a7d3d4fab" /><Relationship Type="http://schemas.openxmlformats.org/officeDocument/2006/relationships/image" Target="/ppt/media/image8.png" Id="R58c13b93607b45a8" /><Relationship Type="http://schemas.openxmlformats.org/officeDocument/2006/relationships/notesSlide" Target="/ppt/notesSlides/notesSlide7.xml" Id="R4360cf2f10db49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a64457ed04339" /><Relationship Type="http://schemas.openxmlformats.org/officeDocument/2006/relationships/image" Target="/ppt/media/image9.png" Id="Rbfc9e11043f04b9d" /><Relationship Type="http://schemas.openxmlformats.org/officeDocument/2006/relationships/notesSlide" Target="/ppt/notesSlides/notesSlide8.xml" Id="R60ac3999af9549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eb9b26eb941eb" /><Relationship Type="http://schemas.openxmlformats.org/officeDocument/2006/relationships/image" Target="/ppt/media/image10.png" Id="R788a956e93184c98" /><Relationship Type="http://schemas.openxmlformats.org/officeDocument/2006/relationships/notesSlide" Target="/ppt/notesSlides/notesSlide9.xml" Id="R4cc282d2e03745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8e86cbbe4624" /><Relationship Type="http://schemas.openxmlformats.org/officeDocument/2006/relationships/image" Target="/ppt/media/image11.png" Id="R3ffee21c01724f39" /><Relationship Type="http://schemas.openxmlformats.org/officeDocument/2006/relationships/notesSlide" Target="/ppt/notesSlides/notesSlide10.xml" Id="R82c7d9bcf1ed48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b537b9bfc42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481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952bce79d45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87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73a13fc294c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15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bc4b1bcd848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317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f01642bd74d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275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71902054447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987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13b93607b45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874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9e11043f04b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233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a956e93184c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554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ee21c01724f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092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2026-08-19T15:59:32.0400000Z</dcterms:created>
  <dcterms:modified xsi:type="dcterms:W3CDTF">2026-08-19T15:59:32.0400000Z</dcterms:modified>
</coreProperties>
</file>