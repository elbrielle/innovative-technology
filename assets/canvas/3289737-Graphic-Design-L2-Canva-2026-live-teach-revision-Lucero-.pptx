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248d887ca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c248d887ca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c248d887ca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248d887ca_0_15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c248d887ca_0_15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c248d887ca_0_15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248d887ca_0_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c248d887ca_0_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c248d887ca_0_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248d887ca_0_1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c248d887ca_0_15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c248d887ca_0_15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248d887ca_0_1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c248d887ca_0_1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c248d887ca_0_1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248d887ca_0_16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c248d887ca_0_16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c248d887ca_0_16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248d887ca_0_1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248d887ca_0_17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248d887ca_0_1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248d887ca_0_17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c248d887ca_0_17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248d887ca_0_17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48d887ca_0_18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c248d887ca_0_18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c248d887ca_0_18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248d887ca_0_2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c248d887ca_0_2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248d887ca_0_2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248d887ca_0_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248d887ca_0_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248d887ca_0_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16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7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8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19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20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21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22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2"/>
          <p:cNvSpPr/>
          <p:nvPr/>
        </p:nvSpPr>
        <p:spPr>
          <a:xfrm>
            <a:off x="280025" y="1433450"/>
            <a:ext cx="1815600" cy="30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2"/>
          <p:cNvSpPr/>
          <p:nvPr/>
        </p:nvSpPr>
        <p:spPr>
          <a:xfrm>
            <a:off x="4682050" y="1433450"/>
            <a:ext cx="1815600" cy="30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23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/>
          <p:nvPr/>
        </p:nvSpPr>
        <p:spPr>
          <a:xfrm>
            <a:off x="447200" y="1712875"/>
            <a:ext cx="1026900" cy="198600"/>
          </a:xfrm>
          <a:prstGeom prst="rect">
            <a:avLst/>
          </a:prstGeom>
          <a:solidFill>
            <a:srgbClr val="E4F60D"/>
          </a:solidFill>
          <a:ln cap="flat" cmpd="sng" w="9525">
            <a:solidFill>
              <a:srgbClr val="E4F6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/>
          <p:nvPr/>
        </p:nvSpPr>
        <p:spPr>
          <a:xfrm>
            <a:off x="4871300" y="1712875"/>
            <a:ext cx="1107000" cy="174300"/>
          </a:xfrm>
          <a:prstGeom prst="rect">
            <a:avLst/>
          </a:prstGeom>
          <a:solidFill>
            <a:srgbClr val="15D5E3"/>
          </a:solidFill>
          <a:ln cap="flat" cmpd="sng" w="9525">
            <a:solidFill>
              <a:srgbClr val="14D7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24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4"/>
          <p:cNvSpPr/>
          <p:nvPr/>
        </p:nvSpPr>
        <p:spPr>
          <a:xfrm>
            <a:off x="1822675" y="1499775"/>
            <a:ext cx="1123500" cy="28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4"/>
          <p:cNvSpPr/>
          <p:nvPr/>
        </p:nvSpPr>
        <p:spPr>
          <a:xfrm>
            <a:off x="5709175" y="1499775"/>
            <a:ext cx="2138400" cy="280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25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" name="Google Shape;124;p26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